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4" d="100"/>
          <a:sy n="74" d="100"/>
        </p:scale>
        <p:origin x="3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91886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CA3 presentation on Merge Sort for Design and Analysis of Algorithms.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Merge Sort is comparison-based and follows Divide and Conquer. Base case: zero or one element. Walk through the pseudocode and then the flowchart; the dashed loop shows the two recursive calls re-entering the same procedure.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Array [38, 27, 43, 3, 9, 82, 10]. mid = (0+6)//2 = 3, so the left half is the first four elements and the right half is the last three. Divide until single elements, then merge back up by comparing front elements and copying the smaller one first.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cases are O(n log n) because the recursion tree has about log2(n) levels and each level does O(n) merging work. Auxiliary space is O(n) for the standard array-based version.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a:effectLst/>
      </p:bgPr>
    </p:bg>
    <p:spTree>
      <p:nvGrpSpPr>
        <p:cNvPr id="1" name=""/>
        <p:cNvGrpSpPr/>
        <p:nvPr/>
      </p:nvGrpSpPr>
      <p:grpSpPr>
        <a:xfrm>
          <a:off x="0" y="0"/>
          <a:ext cx="0" cy="0"/>
          <a:chOff x="0" y="0"/>
          <a:chExt cx="0" cy="0"/>
        </a:xfrm>
      </p:grpSpPr>
      <p:sp>
        <p:nvSpPr>
          <p:cNvPr id="2" name="Text 0"/>
          <p:cNvSpPr/>
          <p:nvPr/>
        </p:nvSpPr>
        <p:spPr>
          <a:xfrm>
            <a:off x="457200" y="6400800"/>
            <a:ext cx="7315200" cy="274320"/>
          </a:xfrm>
          <a:prstGeom prst="rect">
            <a:avLst/>
          </a:prstGeom>
          <a:noFill/>
          <a:ln/>
        </p:spPr>
        <p:txBody>
          <a:bodyPr wrap="square" lIns="0" tIns="0" rIns="0" bIns="0" rtlCol="0" anchor="ctr"/>
          <a:lstStyle/>
          <a:p>
            <a:pPr marL="0" indent="0">
              <a:buNone/>
            </a:pPr>
            <a:r>
              <a:rPr lang="en-US" sz="1000" dirty="0">
                <a:solidFill>
                  <a:schemeClr val="accent5"/>
                </a:solidFill>
              </a:rPr>
              <a:t>CA3 – Merge Sort  |  Design and Analysis of Algorithms</a:t>
            </a:r>
            <a:endParaRPr lang="en-US" sz="1000" dirty="0"/>
          </a:p>
        </p:txBody>
      </p:sp>
      <p:sp>
        <p:nvSpPr>
          <p:cNvPr id="25" name="Slide Number Placeholder 0"/>
          <p:cNvSpPr>
            <a:spLocks noGrp="1"/>
          </p:cNvSpPr>
          <p:nvPr>
            <p:ph type="sldNum" sz="quarter" idx="4294967295"/>
          </p:nvPr>
        </p:nvSpPr>
        <p:spPr>
          <a:xfrm>
            <a:off x="10972800" y="6400800"/>
            <a:ext cx="75895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A5E8F7"/>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457200" y="6400800"/>
            <a:ext cx="7315200" cy="274320"/>
          </a:xfrm>
          <a:prstGeom prst="rect">
            <a:avLst/>
          </a:prstGeom>
          <a:noFill/>
          <a:ln/>
        </p:spPr>
        <p:txBody>
          <a:bodyPr wrap="square" lIns="0" tIns="0" rIns="0" bIns="0" rtlCol="0" anchor="ctr"/>
          <a:lstStyle/>
          <a:p>
            <a:pPr marL="0" indent="0">
              <a:buNone/>
            </a:pPr>
            <a:r>
              <a:rPr lang="en-US" sz="1000" dirty="0">
                <a:solidFill>
                  <a:schemeClr val="tx2"/>
                </a:solidFill>
              </a:rPr>
              <a:t>CA3 – Merge Sort  |  Design and Analysis of Algorithms</a:t>
            </a:r>
            <a:endParaRPr lang="en-US" sz="1000" dirty="0"/>
          </a:p>
        </p:txBody>
      </p:sp>
      <p:sp>
        <p:nvSpPr>
          <p:cNvPr id="3" name="Text 1"/>
          <p:cNvSpPr/>
          <p:nvPr/>
        </p:nvSpPr>
        <p:spPr>
          <a:xfrm>
            <a:off x="7132320" y="6400800"/>
            <a:ext cx="3749040" cy="274320"/>
          </a:xfrm>
          <a:prstGeom prst="rect">
            <a:avLst/>
          </a:prstGeom>
          <a:noFill/>
          <a:ln/>
        </p:spPr>
        <p:txBody>
          <a:bodyPr wrap="square" lIns="0" tIns="0" rIns="0" bIns="0" rtlCol="0" anchor="ctr"/>
          <a:lstStyle/>
          <a:p>
            <a:pPr marL="0" indent="0" algn="r">
              <a:buNone/>
            </a:pPr>
            <a:r>
              <a:rPr lang="en-US" sz="1000" dirty="0">
                <a:solidFill>
                  <a:schemeClr val="tx2"/>
                </a:solidFill>
              </a:rPr>
              <a:t>SYMBIOSIS INSTITUTE OF TECHNOLOGY, NAGPUR</a:t>
            </a:r>
            <a:endParaRPr lang="en-US" sz="1000" dirty="0"/>
          </a:p>
        </p:txBody>
      </p:sp>
      <p:sp>
        <p:nvSpPr>
          <p:cNvPr id="25" name="Slide Number Placeholder 0"/>
          <p:cNvSpPr>
            <a:spLocks noGrp="1"/>
          </p:cNvSpPr>
          <p:nvPr>
            <p:ph type="sldNum" sz="quarter" idx="4294967295"/>
          </p:nvPr>
        </p:nvSpPr>
        <p:spPr>
          <a:xfrm>
            <a:off x="10972800" y="6400800"/>
            <a:ext cx="75895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143A7B"/>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75895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A5E8F7"/>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7" name="Shape 34"/>
          <p:cNvSpPr/>
          <p:nvPr/>
        </p:nvSpPr>
        <p:spPr>
          <a:xfrm flipV="1">
            <a:off x="9326880" y="1234440"/>
            <a:ext cx="1097280" cy="182880"/>
          </a:xfrm>
          <a:prstGeom prst="line">
            <a:avLst/>
          </a:prstGeom>
          <a:noFill/>
          <a:ln w="12700">
            <a:solidFill>
              <a:schemeClr val="accent1">
                <a:alpha val="40000"/>
              </a:schemeClr>
            </a:solidFill>
            <a:prstDash val="solid"/>
          </a:ln>
        </p:spPr>
      </p:sp>
      <p:sp>
        <p:nvSpPr>
          <p:cNvPr id="38" name="Shape 35"/>
          <p:cNvSpPr/>
          <p:nvPr/>
        </p:nvSpPr>
        <p:spPr>
          <a:xfrm>
            <a:off x="10424160" y="1234440"/>
            <a:ext cx="914400" cy="502920"/>
          </a:xfrm>
          <a:prstGeom prst="line">
            <a:avLst/>
          </a:prstGeom>
          <a:noFill/>
          <a:ln w="12700">
            <a:solidFill>
              <a:schemeClr val="accent1">
                <a:alpha val="40000"/>
              </a:schemeClr>
            </a:solidFill>
            <a:prstDash val="solid"/>
          </a:ln>
        </p:spPr>
      </p:sp>
      <p:sp>
        <p:nvSpPr>
          <p:cNvPr id="39" name="Shape 36"/>
          <p:cNvSpPr/>
          <p:nvPr/>
        </p:nvSpPr>
        <p:spPr>
          <a:xfrm>
            <a:off x="9326880" y="1417320"/>
            <a:ext cx="731520" cy="914400"/>
          </a:xfrm>
          <a:prstGeom prst="line">
            <a:avLst/>
          </a:prstGeom>
          <a:noFill/>
          <a:ln w="12700">
            <a:solidFill>
              <a:schemeClr val="accent1">
                <a:alpha val="40000"/>
              </a:schemeClr>
            </a:solidFill>
            <a:prstDash val="solid"/>
          </a:ln>
        </p:spPr>
      </p:sp>
      <p:sp>
        <p:nvSpPr>
          <p:cNvPr id="40" name="Shape 37"/>
          <p:cNvSpPr/>
          <p:nvPr/>
        </p:nvSpPr>
        <p:spPr>
          <a:xfrm flipH="1">
            <a:off x="10058400" y="1234440"/>
            <a:ext cx="365760" cy="1097280"/>
          </a:xfrm>
          <a:prstGeom prst="line">
            <a:avLst/>
          </a:prstGeom>
          <a:noFill/>
          <a:ln w="12700">
            <a:solidFill>
              <a:schemeClr val="accent1">
                <a:alpha val="40000"/>
              </a:schemeClr>
            </a:solidFill>
            <a:prstDash val="solid"/>
          </a:ln>
        </p:spPr>
      </p:sp>
      <p:sp>
        <p:nvSpPr>
          <p:cNvPr id="41" name="Shape 38"/>
          <p:cNvSpPr/>
          <p:nvPr/>
        </p:nvSpPr>
        <p:spPr>
          <a:xfrm>
            <a:off x="10058400" y="2331720"/>
            <a:ext cx="1005840" cy="365760"/>
          </a:xfrm>
          <a:prstGeom prst="line">
            <a:avLst/>
          </a:prstGeom>
          <a:noFill/>
          <a:ln w="12700">
            <a:solidFill>
              <a:schemeClr val="accent1">
                <a:alpha val="40000"/>
              </a:schemeClr>
            </a:solidFill>
            <a:prstDash val="solid"/>
          </a:ln>
        </p:spPr>
      </p:sp>
      <p:sp>
        <p:nvSpPr>
          <p:cNvPr id="42" name="Shape 39"/>
          <p:cNvSpPr/>
          <p:nvPr/>
        </p:nvSpPr>
        <p:spPr>
          <a:xfrm flipH="1">
            <a:off x="11064240" y="1737360"/>
            <a:ext cx="274320" cy="960120"/>
          </a:xfrm>
          <a:prstGeom prst="line">
            <a:avLst/>
          </a:prstGeom>
          <a:noFill/>
          <a:ln w="12700">
            <a:solidFill>
              <a:schemeClr val="accent1">
                <a:alpha val="40000"/>
              </a:schemeClr>
            </a:solidFill>
            <a:prstDash val="solid"/>
          </a:ln>
        </p:spPr>
      </p:sp>
      <p:sp>
        <p:nvSpPr>
          <p:cNvPr id="43" name="Shape 40"/>
          <p:cNvSpPr/>
          <p:nvPr/>
        </p:nvSpPr>
        <p:spPr>
          <a:xfrm flipH="1">
            <a:off x="8869680" y="2331720"/>
            <a:ext cx="1188720" cy="320040"/>
          </a:xfrm>
          <a:prstGeom prst="line">
            <a:avLst/>
          </a:prstGeom>
          <a:noFill/>
          <a:ln w="12700">
            <a:solidFill>
              <a:schemeClr val="accent1">
                <a:alpha val="40000"/>
              </a:schemeClr>
            </a:solidFill>
            <a:prstDash val="solid"/>
          </a:ln>
        </p:spPr>
      </p:sp>
      <p:sp>
        <p:nvSpPr>
          <p:cNvPr id="44" name="Shape 41"/>
          <p:cNvSpPr/>
          <p:nvPr/>
        </p:nvSpPr>
        <p:spPr>
          <a:xfrm flipH="1">
            <a:off x="8869680" y="1417320"/>
            <a:ext cx="457200" cy="1234440"/>
          </a:xfrm>
          <a:prstGeom prst="line">
            <a:avLst/>
          </a:prstGeom>
          <a:noFill/>
          <a:ln w="12700">
            <a:solidFill>
              <a:schemeClr val="accent1">
                <a:alpha val="40000"/>
              </a:schemeClr>
            </a:solidFill>
            <a:prstDash val="solid"/>
          </a:ln>
        </p:spPr>
      </p:sp>
      <p:sp>
        <p:nvSpPr>
          <p:cNvPr id="45" name="graph-node-0"/>
          <p:cNvSpPr/>
          <p:nvPr/>
        </p:nvSpPr>
        <p:spPr>
          <a:xfrm>
            <a:off x="9198864" y="1289304"/>
            <a:ext cx="256032" cy="256032"/>
          </a:xfrm>
          <a:prstGeom prst="ellipse">
            <a:avLst/>
          </a:prstGeom>
          <a:solidFill>
            <a:schemeClr val="accent1">
              <a:alpha val="55000"/>
            </a:schemeClr>
          </a:solidFill>
          <a:ln w="12700">
            <a:solidFill>
              <a:schemeClr val="accent5">
                <a:alpha val="60000"/>
              </a:schemeClr>
            </a:solidFill>
            <a:prstDash val="solid"/>
          </a:ln>
        </p:spPr>
      </p:sp>
      <p:sp>
        <p:nvSpPr>
          <p:cNvPr id="46" name="graph-node-1"/>
          <p:cNvSpPr/>
          <p:nvPr/>
        </p:nvSpPr>
        <p:spPr>
          <a:xfrm>
            <a:off x="10324611" y="1124539"/>
            <a:ext cx="256032" cy="256032"/>
          </a:xfrm>
          <a:prstGeom prst="ellipse">
            <a:avLst/>
          </a:prstGeom>
          <a:solidFill>
            <a:schemeClr val="accent1">
              <a:alpha val="55000"/>
            </a:schemeClr>
          </a:solidFill>
          <a:ln w="12700">
            <a:solidFill>
              <a:schemeClr val="accent5">
                <a:alpha val="60000"/>
              </a:schemeClr>
            </a:solidFill>
            <a:prstDash val="solid"/>
          </a:ln>
        </p:spPr>
      </p:sp>
      <p:sp>
        <p:nvSpPr>
          <p:cNvPr id="47" name="graph-node-2"/>
          <p:cNvSpPr/>
          <p:nvPr/>
        </p:nvSpPr>
        <p:spPr>
          <a:xfrm>
            <a:off x="11210544" y="1609344"/>
            <a:ext cx="256032" cy="256032"/>
          </a:xfrm>
          <a:prstGeom prst="ellipse">
            <a:avLst/>
          </a:prstGeom>
          <a:solidFill>
            <a:schemeClr val="accent1">
              <a:alpha val="55000"/>
            </a:schemeClr>
          </a:solidFill>
          <a:ln w="12700">
            <a:solidFill>
              <a:schemeClr val="accent5">
                <a:alpha val="60000"/>
              </a:schemeClr>
            </a:solidFill>
            <a:prstDash val="solid"/>
          </a:ln>
        </p:spPr>
      </p:sp>
      <p:sp>
        <p:nvSpPr>
          <p:cNvPr id="48" name="graph-node-3"/>
          <p:cNvSpPr/>
          <p:nvPr/>
        </p:nvSpPr>
        <p:spPr>
          <a:xfrm>
            <a:off x="9930384" y="2203704"/>
            <a:ext cx="256032" cy="256032"/>
          </a:xfrm>
          <a:prstGeom prst="ellipse">
            <a:avLst/>
          </a:prstGeom>
          <a:solidFill>
            <a:schemeClr val="accent1">
              <a:alpha val="55000"/>
            </a:schemeClr>
          </a:solidFill>
          <a:ln w="12700">
            <a:solidFill>
              <a:schemeClr val="accent5">
                <a:alpha val="60000"/>
              </a:schemeClr>
            </a:solidFill>
            <a:prstDash val="solid"/>
          </a:ln>
        </p:spPr>
      </p:sp>
      <p:sp>
        <p:nvSpPr>
          <p:cNvPr id="49" name="graph-node-4"/>
          <p:cNvSpPr/>
          <p:nvPr/>
        </p:nvSpPr>
        <p:spPr>
          <a:xfrm>
            <a:off x="10936224" y="2569464"/>
            <a:ext cx="256032" cy="256032"/>
          </a:xfrm>
          <a:prstGeom prst="ellipse">
            <a:avLst/>
          </a:prstGeom>
          <a:solidFill>
            <a:schemeClr val="accent1">
              <a:alpha val="55000"/>
            </a:schemeClr>
          </a:solidFill>
          <a:ln w="12700">
            <a:solidFill>
              <a:schemeClr val="accent5">
                <a:alpha val="60000"/>
              </a:schemeClr>
            </a:solidFill>
            <a:prstDash val="solid"/>
          </a:ln>
        </p:spPr>
      </p:sp>
      <p:sp>
        <p:nvSpPr>
          <p:cNvPr id="50" name="graph-node-5"/>
          <p:cNvSpPr/>
          <p:nvPr/>
        </p:nvSpPr>
        <p:spPr>
          <a:xfrm>
            <a:off x="8741664" y="2523744"/>
            <a:ext cx="256032" cy="256032"/>
          </a:xfrm>
          <a:prstGeom prst="ellipse">
            <a:avLst/>
          </a:prstGeom>
          <a:solidFill>
            <a:schemeClr val="accent1">
              <a:alpha val="55000"/>
            </a:schemeClr>
          </a:solidFill>
          <a:ln w="12700">
            <a:solidFill>
              <a:schemeClr val="accent5">
                <a:alpha val="60000"/>
              </a:schemeClr>
            </a:solidFill>
            <a:prstDash val="solid"/>
          </a:ln>
        </p:spPr>
      </p:sp>
      <p:sp>
        <p:nvSpPr>
          <p:cNvPr id="51" name="college-name"/>
          <p:cNvSpPr txBox="1"/>
          <p:nvPr/>
        </p:nvSpPr>
        <p:spPr>
          <a:xfrm>
            <a:off x="585216" y="466430"/>
            <a:ext cx="10881360" cy="548640"/>
          </a:xfrm>
          <a:prstGeom prst="rect">
            <a:avLst/>
          </a:prstGeom>
          <a:noFill/>
          <a:ln/>
        </p:spPr>
        <p:txBody>
          <a:bodyPr wrap="square" lIns="0" tIns="0" rIns="0" bIns="0" rtlCol="0" anchor="ctr"/>
          <a:lstStyle/>
          <a:p>
            <a:pPr marL="0" indent="0">
              <a:buNone/>
            </a:pPr>
            <a:r>
              <a:rPr lang="en-US" sz="2800" b="1" dirty="0">
                <a:solidFill>
                  <a:schemeClr val="bg1"/>
                </a:solidFill>
                <a:latin typeface="Cambria" pitchFamily="34" charset="0"/>
                <a:ea typeface="Cambria" pitchFamily="34" charset="-122"/>
                <a:cs typeface="Cambria" pitchFamily="34" charset="-120"/>
              </a:rPr>
              <a:t>SYMBIOSIS INSTITUTE OF TECHNOLOGY, NAGPUR</a:t>
            </a:r>
            <a:endParaRPr lang="en-US" sz="2800" dirty="0"/>
          </a:p>
        </p:txBody>
      </p:sp>
      <p:sp>
        <p:nvSpPr>
          <p:cNvPr id="52" name="Text 49"/>
          <p:cNvSpPr txBox="1"/>
          <p:nvPr/>
        </p:nvSpPr>
        <p:spPr>
          <a:xfrm>
            <a:off x="640080" y="1280160"/>
            <a:ext cx="6400800" cy="365760"/>
          </a:xfrm>
          <a:prstGeom prst="rect">
            <a:avLst/>
          </a:prstGeom>
          <a:noFill/>
          <a:ln/>
        </p:spPr>
        <p:txBody>
          <a:bodyPr wrap="square" lIns="0" tIns="0" rIns="0" bIns="0" rtlCol="0" anchor="ctr"/>
          <a:lstStyle/>
          <a:p>
            <a:pPr marL="0" indent="0">
              <a:buNone/>
            </a:pPr>
            <a:r>
              <a:rPr lang="en-US" sz="1800" b="1" kern="0" spc="400" dirty="0">
                <a:solidFill>
                  <a:schemeClr val="accent1"/>
                </a:solidFill>
              </a:rPr>
              <a:t>CA3 PRESENTATION</a:t>
            </a:r>
            <a:endParaRPr lang="en-US" sz="1800" dirty="0"/>
          </a:p>
        </p:txBody>
      </p:sp>
      <p:sp>
        <p:nvSpPr>
          <p:cNvPr id="53" name="Text 50"/>
          <p:cNvSpPr txBox="1"/>
          <p:nvPr/>
        </p:nvSpPr>
        <p:spPr>
          <a:xfrm>
            <a:off x="640080" y="1737360"/>
            <a:ext cx="7498080" cy="457200"/>
          </a:xfrm>
          <a:prstGeom prst="rect">
            <a:avLst/>
          </a:prstGeom>
          <a:noFill/>
          <a:ln/>
        </p:spPr>
        <p:txBody>
          <a:bodyPr wrap="square" lIns="0" tIns="0" rIns="0" bIns="0" rtlCol="0" anchor="ctr"/>
          <a:lstStyle/>
          <a:p>
            <a:pPr marL="0" indent="0">
              <a:buNone/>
            </a:pPr>
            <a:r>
              <a:rPr lang="en-US" sz="2200" b="1" dirty="0">
                <a:solidFill>
                  <a:schemeClr val="bg1"/>
                </a:solidFill>
              </a:rPr>
              <a:t>DESIGN AND ANALYSIS OF ALGORITHMS</a:t>
            </a:r>
            <a:endParaRPr lang="en-US" sz="2200" dirty="0"/>
          </a:p>
        </p:txBody>
      </p:sp>
      <p:sp>
        <p:nvSpPr>
          <p:cNvPr id="54" name="topic"/>
          <p:cNvSpPr txBox="1"/>
          <p:nvPr/>
        </p:nvSpPr>
        <p:spPr>
          <a:xfrm>
            <a:off x="640080" y="2286000"/>
            <a:ext cx="7498080" cy="868680"/>
          </a:xfrm>
          <a:prstGeom prst="rect">
            <a:avLst/>
          </a:prstGeom>
          <a:noFill/>
          <a:ln/>
        </p:spPr>
        <p:txBody>
          <a:bodyPr wrap="square" lIns="0" tIns="0" rIns="0" bIns="0" rtlCol="0" anchor="ctr"/>
          <a:lstStyle/>
          <a:p>
            <a:pPr marL="0" indent="0">
              <a:buNone/>
            </a:pPr>
            <a:r>
              <a:rPr lang="en-US" sz="4400" b="1" dirty="0">
                <a:solidFill>
                  <a:schemeClr val="accent5"/>
                </a:solidFill>
                <a:latin typeface="Cambria" pitchFamily="34" charset="0"/>
                <a:ea typeface="Cambria" pitchFamily="34" charset="-122"/>
                <a:cs typeface="Cambria" pitchFamily="34" charset="-120"/>
              </a:rPr>
              <a:t>TOPIC: MERGE SORT</a:t>
            </a:r>
            <a:endParaRPr lang="en-US" sz="4400" dirty="0"/>
          </a:p>
        </p:txBody>
      </p:sp>
      <p:sp>
        <p:nvSpPr>
          <p:cNvPr id="55" name="details-card"/>
          <p:cNvSpPr/>
          <p:nvPr/>
        </p:nvSpPr>
        <p:spPr>
          <a:xfrm>
            <a:off x="640080" y="3683998"/>
            <a:ext cx="6692373" cy="2423160"/>
          </a:xfrm>
          <a:prstGeom prst="roundRect">
            <a:avLst>
              <a:gd name="adj" fmla="val 3774"/>
            </a:avLst>
          </a:prstGeom>
          <a:solidFill>
            <a:schemeClr val="tx2"/>
          </a:solidFill>
          <a:ln w="15875">
            <a:solidFill>
              <a:schemeClr val="accent1"/>
            </a:solidFill>
            <a:prstDash val="solid"/>
          </a:ln>
        </p:spPr>
      </p:sp>
      <p:sp>
        <p:nvSpPr>
          <p:cNvPr id="56" name="Text 53"/>
          <p:cNvSpPr txBox="1"/>
          <p:nvPr/>
        </p:nvSpPr>
        <p:spPr>
          <a:xfrm>
            <a:off x="854015" y="5560630"/>
            <a:ext cx="1828800" cy="365760"/>
          </a:xfrm>
          <a:prstGeom prst="rect">
            <a:avLst/>
          </a:prstGeom>
          <a:noFill/>
          <a:ln/>
        </p:spPr>
        <p:txBody>
          <a:bodyPr wrap="square" lIns="0" tIns="0" rIns="0" bIns="0" rtlCol="0" anchor="ctr"/>
          <a:lstStyle/>
          <a:p>
            <a:pPr marL="0" indent="0">
              <a:buNone/>
            </a:pPr>
            <a:r>
              <a:rPr lang="en-US" sz="1600" b="1" dirty="0">
                <a:solidFill>
                  <a:schemeClr val="accent5"/>
                </a:solidFill>
              </a:rPr>
              <a:t>Guided By</a:t>
            </a:r>
            <a:endParaRPr lang="en-US" sz="1600" dirty="0"/>
          </a:p>
        </p:txBody>
      </p:sp>
      <p:sp>
        <p:nvSpPr>
          <p:cNvPr id="57" name="Text 54"/>
          <p:cNvSpPr txBox="1"/>
          <p:nvPr/>
        </p:nvSpPr>
        <p:spPr>
          <a:xfrm>
            <a:off x="2743200" y="5523839"/>
            <a:ext cx="3474720" cy="365760"/>
          </a:xfrm>
          <a:prstGeom prst="rect">
            <a:avLst/>
          </a:prstGeom>
          <a:noFill/>
          <a:ln/>
        </p:spPr>
        <p:txBody>
          <a:bodyPr wrap="square" lIns="0" tIns="0" rIns="0" bIns="0" rtlCol="0" anchor="ctr"/>
          <a:lstStyle/>
          <a:p>
            <a:pPr marL="0" indent="0">
              <a:buNone/>
            </a:pPr>
            <a:r>
              <a:rPr lang="en-US" b="1" dirty="0">
                <a:solidFill>
                  <a:schemeClr val="bg1"/>
                </a:solidFill>
              </a:rPr>
              <a:t>Dr. </a:t>
            </a:r>
            <a:r>
              <a:rPr lang="en-US" sz="1800" b="1" dirty="0">
                <a:solidFill>
                  <a:schemeClr val="bg1"/>
                </a:solidFill>
              </a:rPr>
              <a:t>Smita </a:t>
            </a:r>
            <a:r>
              <a:rPr lang="en-US" b="1" dirty="0">
                <a:solidFill>
                  <a:schemeClr val="bg1"/>
                </a:solidFill>
              </a:rPr>
              <a:t>Singh </a:t>
            </a:r>
            <a:r>
              <a:rPr lang="en-US" sz="1800" b="1" dirty="0">
                <a:solidFill>
                  <a:schemeClr val="bg1"/>
                </a:solidFill>
              </a:rPr>
              <a:t>Ma’am</a:t>
            </a:r>
            <a:endParaRPr lang="en-US" sz="1800" dirty="0"/>
          </a:p>
        </p:txBody>
      </p:sp>
      <p:sp>
        <p:nvSpPr>
          <p:cNvPr id="58" name="Text 55"/>
          <p:cNvSpPr txBox="1"/>
          <p:nvPr/>
        </p:nvSpPr>
        <p:spPr>
          <a:xfrm>
            <a:off x="914400" y="3917687"/>
            <a:ext cx="1828800" cy="365760"/>
          </a:xfrm>
          <a:prstGeom prst="rect">
            <a:avLst/>
          </a:prstGeom>
          <a:noFill/>
          <a:ln/>
        </p:spPr>
        <p:txBody>
          <a:bodyPr wrap="square" lIns="0" tIns="0" rIns="0" bIns="0" rtlCol="0" anchor="ctr"/>
          <a:lstStyle/>
          <a:p>
            <a:pPr marL="0" indent="0">
              <a:buNone/>
            </a:pPr>
            <a:r>
              <a:rPr lang="en-US" sz="1600" b="1" dirty="0">
                <a:solidFill>
                  <a:schemeClr val="accent5"/>
                </a:solidFill>
              </a:rPr>
              <a:t>Presented By</a:t>
            </a:r>
            <a:endParaRPr lang="en-US" sz="1600" dirty="0"/>
          </a:p>
        </p:txBody>
      </p:sp>
      <p:sp>
        <p:nvSpPr>
          <p:cNvPr id="59" name="Text 56"/>
          <p:cNvSpPr txBox="1"/>
          <p:nvPr/>
        </p:nvSpPr>
        <p:spPr>
          <a:xfrm>
            <a:off x="2758728" y="3932954"/>
            <a:ext cx="3474720" cy="365760"/>
          </a:xfrm>
          <a:prstGeom prst="rect">
            <a:avLst/>
          </a:prstGeom>
          <a:noFill/>
          <a:ln/>
        </p:spPr>
        <p:txBody>
          <a:bodyPr wrap="square" lIns="0" tIns="0" rIns="0" bIns="0" rtlCol="0" anchor="ctr"/>
          <a:lstStyle/>
          <a:p>
            <a:pPr marL="0" indent="0">
              <a:buNone/>
            </a:pPr>
            <a:r>
              <a:rPr lang="en-US" sz="1800" b="1" dirty="0">
                <a:solidFill>
                  <a:schemeClr val="bg1"/>
                </a:solidFill>
              </a:rPr>
              <a:t>Nehal Buxy</a:t>
            </a:r>
            <a:endParaRPr lang="en-US" sz="1800" dirty="0"/>
          </a:p>
        </p:txBody>
      </p:sp>
      <p:sp>
        <p:nvSpPr>
          <p:cNvPr id="60" name="Text 57"/>
          <p:cNvSpPr txBox="1"/>
          <p:nvPr/>
        </p:nvSpPr>
        <p:spPr>
          <a:xfrm>
            <a:off x="914400" y="4352113"/>
            <a:ext cx="1828800" cy="365760"/>
          </a:xfrm>
          <a:prstGeom prst="rect">
            <a:avLst/>
          </a:prstGeom>
          <a:noFill/>
          <a:ln/>
        </p:spPr>
        <p:txBody>
          <a:bodyPr wrap="square" lIns="0" tIns="0" rIns="0" bIns="0" rtlCol="0" anchor="ctr"/>
          <a:lstStyle/>
          <a:p>
            <a:pPr marL="0" indent="0">
              <a:buNone/>
            </a:pPr>
            <a:r>
              <a:rPr lang="en-US" sz="1600" b="1" dirty="0">
                <a:solidFill>
                  <a:schemeClr val="accent5"/>
                </a:solidFill>
              </a:rPr>
              <a:t>Semester</a:t>
            </a:r>
            <a:endParaRPr lang="en-US" sz="1600" dirty="0"/>
          </a:p>
        </p:txBody>
      </p:sp>
      <p:sp>
        <p:nvSpPr>
          <p:cNvPr id="61" name="Text 58"/>
          <p:cNvSpPr txBox="1"/>
          <p:nvPr/>
        </p:nvSpPr>
        <p:spPr>
          <a:xfrm>
            <a:off x="2758728" y="4304841"/>
            <a:ext cx="3474720" cy="365760"/>
          </a:xfrm>
          <a:prstGeom prst="rect">
            <a:avLst/>
          </a:prstGeom>
          <a:noFill/>
          <a:ln/>
        </p:spPr>
        <p:txBody>
          <a:bodyPr wrap="square" lIns="0" tIns="0" rIns="0" bIns="0" rtlCol="0" anchor="ctr"/>
          <a:lstStyle/>
          <a:p>
            <a:pPr marL="0" indent="0">
              <a:buNone/>
            </a:pPr>
            <a:r>
              <a:rPr lang="en-US" sz="1800" b="1" dirty="0">
                <a:solidFill>
                  <a:schemeClr val="bg1"/>
                </a:solidFill>
              </a:rPr>
              <a:t>III</a:t>
            </a:r>
            <a:endParaRPr lang="en-US" sz="1800" dirty="0"/>
          </a:p>
        </p:txBody>
      </p:sp>
      <p:sp>
        <p:nvSpPr>
          <p:cNvPr id="62" name="Text 59"/>
          <p:cNvSpPr txBox="1"/>
          <p:nvPr/>
        </p:nvSpPr>
        <p:spPr>
          <a:xfrm>
            <a:off x="914400" y="4754664"/>
            <a:ext cx="1828800" cy="365760"/>
          </a:xfrm>
          <a:prstGeom prst="rect">
            <a:avLst/>
          </a:prstGeom>
          <a:noFill/>
          <a:ln/>
        </p:spPr>
        <p:txBody>
          <a:bodyPr wrap="square" lIns="0" tIns="0" rIns="0" bIns="0" rtlCol="0" anchor="ctr"/>
          <a:lstStyle/>
          <a:p>
            <a:pPr marL="0" indent="0">
              <a:buNone/>
            </a:pPr>
            <a:r>
              <a:rPr lang="en-US" sz="1600" b="1" dirty="0">
                <a:solidFill>
                  <a:schemeClr val="accent5"/>
                </a:solidFill>
              </a:rPr>
              <a:t>Section</a:t>
            </a:r>
            <a:endParaRPr lang="en-US" sz="1600" dirty="0"/>
          </a:p>
        </p:txBody>
      </p:sp>
      <p:sp>
        <p:nvSpPr>
          <p:cNvPr id="63" name="Text 60"/>
          <p:cNvSpPr txBox="1"/>
          <p:nvPr/>
        </p:nvSpPr>
        <p:spPr>
          <a:xfrm>
            <a:off x="2758728" y="4766094"/>
            <a:ext cx="3474720" cy="365760"/>
          </a:xfrm>
          <a:prstGeom prst="rect">
            <a:avLst/>
          </a:prstGeom>
          <a:noFill/>
          <a:ln/>
        </p:spPr>
        <p:txBody>
          <a:bodyPr wrap="square" lIns="0" tIns="0" rIns="0" bIns="0" rtlCol="0" anchor="ctr"/>
          <a:lstStyle/>
          <a:p>
            <a:pPr marL="0" indent="0">
              <a:buNone/>
            </a:pPr>
            <a:r>
              <a:rPr lang="en-US" sz="1800" b="1" dirty="0">
                <a:solidFill>
                  <a:schemeClr val="bg1"/>
                </a:solidFill>
              </a:rPr>
              <a:t>D</a:t>
            </a:r>
            <a:endParaRPr lang="en-US" sz="1800" dirty="0"/>
          </a:p>
        </p:txBody>
      </p:sp>
      <p:sp>
        <p:nvSpPr>
          <p:cNvPr id="64" name="Text 61"/>
          <p:cNvSpPr txBox="1"/>
          <p:nvPr/>
        </p:nvSpPr>
        <p:spPr>
          <a:xfrm>
            <a:off x="929928" y="5158079"/>
            <a:ext cx="1828800" cy="365760"/>
          </a:xfrm>
          <a:prstGeom prst="rect">
            <a:avLst/>
          </a:prstGeom>
          <a:noFill/>
          <a:ln/>
        </p:spPr>
        <p:txBody>
          <a:bodyPr wrap="square" lIns="0" tIns="0" rIns="0" bIns="0" rtlCol="0" anchor="ctr"/>
          <a:lstStyle/>
          <a:p>
            <a:pPr marL="0" indent="0">
              <a:buNone/>
            </a:pPr>
            <a:r>
              <a:rPr lang="en-US" sz="1600" b="1" dirty="0">
                <a:solidFill>
                  <a:schemeClr val="accent5"/>
                </a:solidFill>
              </a:rPr>
              <a:t>PRN</a:t>
            </a:r>
            <a:endParaRPr lang="en-US" sz="1600" dirty="0"/>
          </a:p>
        </p:txBody>
      </p:sp>
      <p:sp>
        <p:nvSpPr>
          <p:cNvPr id="65" name="Text 62"/>
          <p:cNvSpPr txBox="1"/>
          <p:nvPr/>
        </p:nvSpPr>
        <p:spPr>
          <a:xfrm>
            <a:off x="2743200" y="5131854"/>
            <a:ext cx="3474720" cy="365760"/>
          </a:xfrm>
          <a:prstGeom prst="rect">
            <a:avLst/>
          </a:prstGeom>
          <a:noFill/>
          <a:ln/>
        </p:spPr>
        <p:txBody>
          <a:bodyPr wrap="square" lIns="0" tIns="0" rIns="0" bIns="0" rtlCol="0" anchor="ctr"/>
          <a:lstStyle/>
          <a:p>
            <a:pPr marL="0" indent="0">
              <a:buNone/>
            </a:pPr>
            <a:r>
              <a:rPr lang="en-US" sz="1800" b="1" dirty="0">
                <a:solidFill>
                  <a:schemeClr val="bg1"/>
                </a:solidFill>
              </a:rPr>
              <a:t>25070521185</a:t>
            </a:r>
            <a:endParaRPr lang="en-US" sz="1800" dirty="0"/>
          </a:p>
        </p:txBody>
      </p:sp>
      <p:sp>
        <p:nvSpPr>
          <p:cNvPr id="2" name="Slide Number Placeholder 0"/>
          <p:cNvSpPr>
            <a:spLocks noGrp="1"/>
          </p:cNvSpPr>
          <p:nvPr>
            <p:ph type="sldNum" sz="quarter" idx="4294967295"/>
          </p:nvPr>
        </p:nvSpPr>
        <p:spPr>
          <a:xfrm>
            <a:off x="10972800" y="6400800"/>
            <a:ext cx="75895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A5E8F7"/>
                </a:solidFill>
              </a:defRPr>
            </a:lvl1pPr>
          </a:lstStyle>
          <a:p>
            <a:pPr algn="r"/>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lide-title"/>
          <p:cNvSpPr txBox="1"/>
          <p:nvPr/>
        </p:nvSpPr>
        <p:spPr>
          <a:xfrm>
            <a:off x="457200" y="274320"/>
            <a:ext cx="11274552" cy="685800"/>
          </a:xfrm>
          <a:prstGeom prst="rect">
            <a:avLst/>
          </a:prstGeom>
          <a:noFill/>
          <a:ln/>
        </p:spPr>
        <p:txBody>
          <a:bodyPr wrap="square" lIns="0" tIns="0" rIns="0" bIns="0" rtlCol="0" anchor="ctr"/>
          <a:lstStyle/>
          <a:p>
            <a:pPr marL="0" indent="0" algn="l">
              <a:buNone/>
            </a:pPr>
            <a:r>
              <a:rPr lang="en-US" sz="3000" b="1" dirty="0">
                <a:solidFill>
                  <a:schemeClr val="tx1"/>
                </a:solidFill>
                <a:latin typeface="Cambria" pitchFamily="34" charset="0"/>
                <a:ea typeface="Cambria" pitchFamily="34" charset="-122"/>
                <a:cs typeface="Cambria" pitchFamily="34" charset="-120"/>
              </a:rPr>
              <a:t>Introduction, Divide and Conquer, and Algorithm</a:t>
            </a:r>
            <a:endParaRPr lang="en-US" sz="3000" dirty="0"/>
          </a:p>
        </p:txBody>
      </p:sp>
      <p:sp>
        <p:nvSpPr>
          <p:cNvPr id="4" name="intro"/>
          <p:cNvSpPr txBox="1"/>
          <p:nvPr/>
        </p:nvSpPr>
        <p:spPr>
          <a:xfrm>
            <a:off x="457200" y="1097280"/>
            <a:ext cx="4480560" cy="960120"/>
          </a:xfrm>
          <a:prstGeom prst="rect">
            <a:avLst/>
          </a:prstGeom>
          <a:noFill/>
          <a:ln/>
        </p:spPr>
        <p:txBody>
          <a:bodyPr wrap="square" lIns="0" tIns="0" rIns="0" bIns="0" rtlCol="0" anchor="t"/>
          <a:lstStyle/>
          <a:p>
            <a:pPr marL="0" indent="0">
              <a:buNone/>
            </a:pPr>
            <a:r>
              <a:rPr lang="en-US" sz="1400" b="1" dirty="0">
                <a:solidFill>
                  <a:schemeClr val="tx2"/>
                </a:solidFill>
              </a:rPr>
              <a:t>Merge Sort</a:t>
            </a:r>
            <a:r>
              <a:rPr lang="en-US" sz="1400" dirty="0">
                <a:solidFill>
                  <a:schemeClr val="tx1"/>
                </a:solidFill>
              </a:rPr>
              <a:t> is a </a:t>
            </a:r>
            <a:r>
              <a:rPr lang="en-US" sz="1400" b="1" dirty="0">
                <a:solidFill>
                  <a:schemeClr val="tx2"/>
                </a:solidFill>
              </a:rPr>
              <a:t>comparison-based</a:t>
            </a:r>
            <a:r>
              <a:rPr lang="en-US" sz="1400" dirty="0">
                <a:solidFill>
                  <a:schemeClr val="tx1"/>
                </a:solidFill>
              </a:rPr>
              <a:t> sorting algorithm: it orders elements only by comparing pairs of keys. It follows the Divide and Conquer paradigm.</a:t>
            </a:r>
            <a:endParaRPr lang="en-US" sz="1400" dirty="0"/>
          </a:p>
        </p:txBody>
      </p:sp>
      <p:sp>
        <p:nvSpPr>
          <p:cNvPr id="5" name="step-1"/>
          <p:cNvSpPr txBox="1"/>
          <p:nvPr/>
        </p:nvSpPr>
        <p:spPr>
          <a:xfrm>
            <a:off x="457200" y="2194560"/>
            <a:ext cx="1417320" cy="1234440"/>
          </a:xfrm>
          <a:prstGeom prst="roundRect">
            <a:avLst>
              <a:gd name="adj" fmla="val 5926"/>
            </a:avLst>
          </a:prstGeom>
          <a:solidFill>
            <a:schemeClr val="bg2"/>
          </a:solidFill>
          <a:ln w="19050">
            <a:solidFill>
              <a:schemeClr val="accent2"/>
            </a:solidFill>
          </a:ln>
        </p:spPr>
        <p:txBody>
          <a:bodyPr wrap="square" lIns="1270" tIns="1270" rIns="1270" bIns="1270" rtlCol="0" anchor="t"/>
          <a:lstStyle/>
          <a:p>
            <a:pPr marL="0" indent="0">
              <a:buNone/>
            </a:pPr>
            <a:r>
              <a:rPr lang="en-US" sz="1200" b="1" dirty="0">
                <a:solidFill>
                  <a:schemeClr val="accent2"/>
                </a:solidFill>
              </a:rPr>
              <a:t>1  DIVIDE</a:t>
            </a:r>
            <a:endParaRPr lang="en-US" sz="1200" dirty="0"/>
          </a:p>
          <a:p>
            <a:pPr marL="0" indent="0">
              <a:buNone/>
            </a:pPr>
            <a:r>
              <a:rPr lang="en-US" sz="1200" dirty="0">
                <a:solidFill>
                  <a:schemeClr val="tx1"/>
                </a:solidFill>
              </a:rPr>
              <a:t>Split the array into smaller subarrays.</a:t>
            </a:r>
            <a:endParaRPr lang="en-US" sz="1200" dirty="0"/>
          </a:p>
        </p:txBody>
      </p:sp>
      <p:sp>
        <p:nvSpPr>
          <p:cNvPr id="6" name="step-2"/>
          <p:cNvSpPr txBox="1"/>
          <p:nvPr/>
        </p:nvSpPr>
        <p:spPr>
          <a:xfrm>
            <a:off x="1988820" y="2194560"/>
            <a:ext cx="1417320" cy="1234440"/>
          </a:xfrm>
          <a:prstGeom prst="roundRect">
            <a:avLst>
              <a:gd name="adj" fmla="val 5926"/>
            </a:avLst>
          </a:prstGeom>
          <a:solidFill>
            <a:schemeClr val="bg2"/>
          </a:solidFill>
          <a:ln w="19050">
            <a:solidFill>
              <a:schemeClr val="accent1"/>
            </a:solidFill>
          </a:ln>
        </p:spPr>
        <p:txBody>
          <a:bodyPr wrap="square" lIns="1270" tIns="1270" rIns="1270" bIns="1270" rtlCol="0" anchor="t"/>
          <a:lstStyle/>
          <a:p>
            <a:pPr marL="0" indent="0">
              <a:buNone/>
            </a:pPr>
            <a:r>
              <a:rPr lang="en-US" sz="1200" b="1" dirty="0">
                <a:solidFill>
                  <a:schemeClr val="tx2"/>
                </a:solidFill>
              </a:rPr>
              <a:t>2  CONQUER</a:t>
            </a:r>
            <a:endParaRPr lang="en-US" sz="1200" dirty="0"/>
          </a:p>
          <a:p>
            <a:pPr marL="0" indent="0">
              <a:buNone/>
            </a:pPr>
            <a:r>
              <a:rPr lang="en-US" sz="1200" dirty="0">
                <a:solidFill>
                  <a:schemeClr val="tx1"/>
                </a:solidFill>
              </a:rPr>
              <a:t>Recursively sort each subarray.</a:t>
            </a:r>
            <a:endParaRPr lang="en-US" sz="1200" dirty="0"/>
          </a:p>
        </p:txBody>
      </p:sp>
      <p:sp>
        <p:nvSpPr>
          <p:cNvPr id="7" name="step-3"/>
          <p:cNvSpPr txBox="1"/>
          <p:nvPr/>
        </p:nvSpPr>
        <p:spPr>
          <a:xfrm>
            <a:off x="3520440" y="2194560"/>
            <a:ext cx="1417320" cy="1234440"/>
          </a:xfrm>
          <a:prstGeom prst="roundRect">
            <a:avLst>
              <a:gd name="adj" fmla="val 5926"/>
            </a:avLst>
          </a:prstGeom>
          <a:solidFill>
            <a:schemeClr val="bg2"/>
          </a:solidFill>
          <a:ln w="19050">
            <a:solidFill>
              <a:schemeClr val="accent4"/>
            </a:solidFill>
          </a:ln>
        </p:spPr>
        <p:txBody>
          <a:bodyPr wrap="square" lIns="1270" tIns="1270" rIns="1270" bIns="1270" rtlCol="0" anchor="t"/>
          <a:lstStyle/>
          <a:p>
            <a:pPr marL="0" indent="0">
              <a:buNone/>
            </a:pPr>
            <a:r>
              <a:rPr lang="en-US" sz="1200" b="1" dirty="0">
                <a:solidFill>
                  <a:schemeClr val="accent4"/>
                </a:solidFill>
              </a:rPr>
              <a:t>3  COMBINE</a:t>
            </a:r>
            <a:endParaRPr lang="en-US" sz="1200" dirty="0"/>
          </a:p>
          <a:p>
            <a:pPr marL="0" indent="0">
              <a:buNone/>
            </a:pPr>
            <a:r>
              <a:rPr lang="en-US" sz="1200" dirty="0">
                <a:solidFill>
                  <a:schemeClr val="tx1"/>
                </a:solidFill>
              </a:rPr>
              <a:t>Merge sorted subarrays into one sorted array.</a:t>
            </a:r>
            <a:endParaRPr lang="en-US" sz="1200" dirty="0"/>
          </a:p>
        </p:txBody>
      </p:sp>
      <p:sp>
        <p:nvSpPr>
          <p:cNvPr id="8" name="base-case"/>
          <p:cNvSpPr txBox="1"/>
          <p:nvPr/>
        </p:nvSpPr>
        <p:spPr>
          <a:xfrm>
            <a:off x="457200" y="3566160"/>
            <a:ext cx="4480560" cy="548640"/>
          </a:xfrm>
          <a:prstGeom prst="roundRect">
            <a:avLst>
              <a:gd name="adj" fmla="val 13333"/>
            </a:avLst>
          </a:prstGeom>
          <a:solidFill>
            <a:schemeClr val="accent5"/>
          </a:solidFill>
          <a:ln w="12700">
            <a:solidFill>
              <a:schemeClr val="accent1"/>
            </a:solidFill>
          </a:ln>
        </p:spPr>
        <p:txBody>
          <a:bodyPr wrap="square" lIns="1524" tIns="1524" rIns="1524" bIns="1524" rtlCol="0" anchor="ctr"/>
          <a:lstStyle/>
          <a:p>
            <a:pPr marL="0" indent="0">
              <a:buNone/>
            </a:pPr>
            <a:r>
              <a:rPr lang="en-US" sz="1300" b="1" dirty="0">
                <a:solidFill>
                  <a:schemeClr val="tx2"/>
                </a:solidFill>
              </a:rPr>
              <a:t>Base case: </a:t>
            </a:r>
            <a:r>
              <a:rPr lang="en-US" sz="1300" dirty="0">
                <a:solidFill>
                  <a:schemeClr val="tx1"/>
                </a:solidFill>
              </a:rPr>
              <a:t>an array with zero or one element is already sorted.</a:t>
            </a:r>
            <a:endParaRPr lang="en-US" sz="1300" dirty="0"/>
          </a:p>
        </p:txBody>
      </p:sp>
      <p:sp>
        <p:nvSpPr>
          <p:cNvPr id="9" name="pseudocode"/>
          <p:cNvSpPr txBox="1"/>
          <p:nvPr/>
        </p:nvSpPr>
        <p:spPr>
          <a:xfrm>
            <a:off x="457200" y="4251960"/>
            <a:ext cx="4480560" cy="1965960"/>
          </a:xfrm>
          <a:prstGeom prst="roundRect">
            <a:avLst>
              <a:gd name="adj" fmla="val 3721"/>
            </a:avLst>
          </a:prstGeom>
          <a:solidFill>
            <a:schemeClr val="tx1"/>
          </a:solidFill>
          <a:ln w="15875">
            <a:solidFill>
              <a:schemeClr val="accent1"/>
            </a:solidFill>
          </a:ln>
        </p:spPr>
        <p:txBody>
          <a:bodyPr wrap="square" lIns="2540" tIns="2540" rIns="2540" bIns="2540" rtlCol="0" anchor="ctr"/>
          <a:lstStyle/>
          <a:p>
            <a:pPr marL="0" indent="0">
              <a:spcAft>
                <a:spcPts val="400"/>
              </a:spcAft>
              <a:buNone/>
            </a:pPr>
            <a:r>
              <a:rPr lang="en-US" sz="1300" b="1" dirty="0">
                <a:solidFill>
                  <a:schemeClr val="accent1"/>
                </a:solidFill>
                <a:latin typeface="Courier New" pitchFamily="34" charset="0"/>
                <a:ea typeface="Courier New" pitchFamily="34" charset="-122"/>
                <a:cs typeface="Courier New" pitchFamily="34" charset="-120"/>
              </a:rPr>
              <a:t>MERGE_SORT(A, left, right)</a:t>
            </a:r>
            <a:endParaRPr lang="en-US" sz="1300" dirty="0"/>
          </a:p>
          <a:p>
            <a:pPr marL="0" indent="0">
              <a:spcAft>
                <a:spcPts val="400"/>
              </a:spcAft>
              <a:buNone/>
            </a:pPr>
            <a:r>
              <a:rPr lang="en-US" sz="1300" dirty="0">
                <a:solidFill>
                  <a:schemeClr val="bg1"/>
                </a:solidFill>
                <a:latin typeface="Courier New" pitchFamily="34" charset="0"/>
                <a:ea typeface="Courier New" pitchFamily="34" charset="-122"/>
                <a:cs typeface="Courier New" pitchFamily="34" charset="-120"/>
              </a:rPr>
              <a:t>1. If left &gt;= right, return.</a:t>
            </a:r>
            <a:endParaRPr lang="en-US" sz="1300" dirty="0"/>
          </a:p>
          <a:p>
            <a:pPr marL="0" indent="0">
              <a:spcAft>
                <a:spcPts val="400"/>
              </a:spcAft>
              <a:buNone/>
            </a:pPr>
            <a:r>
              <a:rPr lang="en-US" sz="1300" dirty="0">
                <a:solidFill>
                  <a:schemeClr val="bg1"/>
                </a:solidFill>
                <a:latin typeface="Courier New" pitchFamily="34" charset="0"/>
                <a:ea typeface="Courier New" pitchFamily="34" charset="-122"/>
                <a:cs typeface="Courier New" pitchFamily="34" charset="-120"/>
              </a:rPr>
              <a:t>2. mid = (left + right) // 2</a:t>
            </a:r>
            <a:endParaRPr lang="en-US" sz="1300" dirty="0"/>
          </a:p>
          <a:p>
            <a:pPr marL="0" indent="0">
              <a:spcAft>
                <a:spcPts val="400"/>
              </a:spcAft>
              <a:buNone/>
            </a:pPr>
            <a:r>
              <a:rPr lang="en-US" sz="1300" dirty="0">
                <a:solidFill>
                  <a:schemeClr val="bg1"/>
                </a:solidFill>
                <a:latin typeface="Courier New" pitchFamily="34" charset="0"/>
                <a:ea typeface="Courier New" pitchFamily="34" charset="-122"/>
                <a:cs typeface="Courier New" pitchFamily="34" charset="-120"/>
              </a:rPr>
              <a:t>3. MERGE_SORT(A, left, mid)</a:t>
            </a:r>
            <a:endParaRPr lang="en-US" sz="1300" dirty="0"/>
          </a:p>
          <a:p>
            <a:pPr marL="0" indent="0">
              <a:spcAft>
                <a:spcPts val="400"/>
              </a:spcAft>
              <a:buNone/>
            </a:pPr>
            <a:r>
              <a:rPr lang="en-US" sz="1300" dirty="0">
                <a:solidFill>
                  <a:schemeClr val="bg1"/>
                </a:solidFill>
                <a:latin typeface="Courier New" pitchFamily="34" charset="0"/>
                <a:ea typeface="Courier New" pitchFamily="34" charset="-122"/>
                <a:cs typeface="Courier New" pitchFamily="34" charset="-120"/>
              </a:rPr>
              <a:t>4. MERGE_SORT(A, mid + 1, right)</a:t>
            </a:r>
            <a:endParaRPr lang="en-US" sz="1300" dirty="0"/>
          </a:p>
          <a:p>
            <a:pPr marL="0" indent="0">
              <a:spcAft>
                <a:spcPts val="400"/>
              </a:spcAft>
              <a:buNone/>
            </a:pPr>
            <a:r>
              <a:rPr lang="en-US" sz="1300" dirty="0">
                <a:solidFill>
                  <a:schemeClr val="bg1"/>
                </a:solidFill>
                <a:latin typeface="Courier New" pitchFamily="34" charset="0"/>
                <a:ea typeface="Courier New" pitchFamily="34" charset="-122"/>
                <a:cs typeface="Courier New" pitchFamily="34" charset="-120"/>
              </a:rPr>
              <a:t>5. MERGE(A, left, mid, right)</a:t>
            </a:r>
            <a:endParaRPr lang="en-US" sz="1300" dirty="0"/>
          </a:p>
        </p:txBody>
      </p:sp>
      <p:sp>
        <p:nvSpPr>
          <p:cNvPr id="10" name="flowchart-panel"/>
          <p:cNvSpPr/>
          <p:nvPr/>
        </p:nvSpPr>
        <p:spPr>
          <a:xfrm>
            <a:off x="5257800" y="1097280"/>
            <a:ext cx="6473952" cy="5193792"/>
          </a:xfrm>
          <a:prstGeom prst="roundRect">
            <a:avLst>
              <a:gd name="adj" fmla="val 1761"/>
            </a:avLst>
          </a:prstGeom>
          <a:solidFill>
            <a:schemeClr val="bg2"/>
          </a:solidFill>
          <a:ln w="6350">
            <a:solidFill>
              <a:schemeClr val="bg2"/>
            </a:solidFill>
            <a:prstDash val="solid"/>
          </a:ln>
        </p:spPr>
      </p:sp>
      <p:sp>
        <p:nvSpPr>
          <p:cNvPr id="11" name="fc-start"/>
          <p:cNvSpPr txBox="1"/>
          <p:nvPr/>
        </p:nvSpPr>
        <p:spPr>
          <a:xfrm>
            <a:off x="7406640" y="1234440"/>
            <a:ext cx="1828800" cy="365760"/>
          </a:xfrm>
          <a:prstGeom prst="flowChartTerminator">
            <a:avLst/>
          </a:prstGeom>
          <a:solidFill>
            <a:schemeClr val="tx2"/>
          </a:solidFill>
          <a:ln w="15875">
            <a:solidFill>
              <a:schemeClr val="tx1"/>
            </a:solidFill>
          </a:ln>
        </p:spPr>
        <p:txBody>
          <a:bodyPr wrap="square" lIns="381" tIns="381" rIns="381" bIns="381" rtlCol="0" anchor="ctr"/>
          <a:lstStyle/>
          <a:p>
            <a:pPr marL="0" indent="0" algn="ctr">
              <a:buNone/>
            </a:pPr>
            <a:r>
              <a:rPr lang="en-US" sz="1200" b="1" dirty="0">
                <a:solidFill>
                  <a:schemeClr val="bg1"/>
                </a:solidFill>
              </a:rPr>
              <a:t>START</a:t>
            </a:r>
            <a:endParaRPr lang="en-US" sz="1200" dirty="0"/>
          </a:p>
        </p:txBody>
      </p:sp>
      <p:sp>
        <p:nvSpPr>
          <p:cNvPr id="12" name="fc-decision"/>
          <p:cNvSpPr txBox="1"/>
          <p:nvPr/>
        </p:nvSpPr>
        <p:spPr>
          <a:xfrm>
            <a:off x="6766560" y="1783080"/>
            <a:ext cx="3108960" cy="868680"/>
          </a:xfrm>
          <a:prstGeom prst="flowChartDecision">
            <a:avLst/>
          </a:prstGeom>
          <a:solidFill>
            <a:schemeClr val="accent5"/>
          </a:solidFill>
          <a:ln w="15875">
            <a:solidFill>
              <a:schemeClr val="tx1"/>
            </a:solidFill>
          </a:ln>
        </p:spPr>
        <p:txBody>
          <a:bodyPr wrap="square" lIns="381" tIns="381" rIns="381" bIns="381" rtlCol="0" anchor="ctr"/>
          <a:lstStyle/>
          <a:p>
            <a:pPr marL="0" indent="0" algn="ctr">
              <a:buNone/>
            </a:pPr>
            <a:r>
              <a:rPr lang="en-US" sz="1200" b="1" dirty="0">
                <a:solidFill>
                  <a:schemeClr val="tx1"/>
                </a:solidFill>
              </a:rPr>
              <a:t>left &gt;= right ?</a:t>
            </a:r>
            <a:endParaRPr lang="en-US" sz="1200" dirty="0"/>
          </a:p>
        </p:txBody>
      </p:sp>
      <p:sp>
        <p:nvSpPr>
          <p:cNvPr id="13" name="fc-mid"/>
          <p:cNvSpPr txBox="1"/>
          <p:nvPr/>
        </p:nvSpPr>
        <p:spPr>
          <a:xfrm>
            <a:off x="6903720" y="2852928"/>
            <a:ext cx="2834640" cy="411480"/>
          </a:xfrm>
          <a:prstGeom prst="flowChartProcess">
            <a:avLst/>
          </a:prstGeom>
          <a:solidFill>
            <a:schemeClr val="bg1"/>
          </a:solidFill>
          <a:ln w="15875">
            <a:solidFill>
              <a:schemeClr val="tx1"/>
            </a:solidFill>
          </a:ln>
        </p:spPr>
        <p:txBody>
          <a:bodyPr wrap="square" lIns="381" tIns="381" rIns="381" bIns="381" rtlCol="0" anchor="ctr"/>
          <a:lstStyle/>
          <a:p>
            <a:pPr marL="0" indent="0" algn="ctr">
              <a:buNone/>
            </a:pPr>
            <a:r>
              <a:rPr lang="en-US" sz="1200" b="1" dirty="0">
                <a:solidFill>
                  <a:schemeClr val="tx1"/>
                </a:solidFill>
              </a:rPr>
              <a:t>mid = (left + right) // 2</a:t>
            </a:r>
            <a:endParaRPr lang="en-US" sz="1200" dirty="0"/>
          </a:p>
        </p:txBody>
      </p:sp>
      <p:sp>
        <p:nvSpPr>
          <p:cNvPr id="14" name="fc-left"/>
          <p:cNvSpPr txBox="1"/>
          <p:nvPr/>
        </p:nvSpPr>
        <p:spPr>
          <a:xfrm>
            <a:off x="6903720" y="3447288"/>
            <a:ext cx="2834640" cy="457200"/>
          </a:xfrm>
          <a:prstGeom prst="flowChartProcess">
            <a:avLst/>
          </a:prstGeom>
          <a:solidFill>
            <a:schemeClr val="bg1"/>
          </a:solidFill>
          <a:ln w="15875">
            <a:solidFill>
              <a:schemeClr val="tx1"/>
            </a:solidFill>
          </a:ln>
        </p:spPr>
        <p:txBody>
          <a:bodyPr wrap="square" lIns="381" tIns="381" rIns="381" bIns="381" rtlCol="0" anchor="ctr"/>
          <a:lstStyle/>
          <a:p>
            <a:pPr marL="0" indent="0" algn="ctr">
              <a:buNone/>
            </a:pPr>
            <a:r>
              <a:rPr lang="en-US" sz="1200" b="1" dirty="0">
                <a:solidFill>
                  <a:schemeClr val="tx1"/>
                </a:solidFill>
              </a:rPr>
              <a:t>Recursively sort LEFT half</a:t>
            </a:r>
            <a:endParaRPr lang="en-US" sz="1200" dirty="0"/>
          </a:p>
          <a:p>
            <a:pPr marL="0" indent="0" algn="ctr">
              <a:buNone/>
            </a:pPr>
            <a:r>
              <a:rPr lang="en-US" sz="1100" dirty="0">
                <a:solidFill>
                  <a:schemeClr val="tx1"/>
                </a:solidFill>
              </a:rPr>
              <a:t>MERGE_SORT(A, left, mid)</a:t>
            </a:r>
            <a:endParaRPr lang="en-US" sz="1200" dirty="0"/>
          </a:p>
        </p:txBody>
      </p:sp>
      <p:sp>
        <p:nvSpPr>
          <p:cNvPr id="15" name="fc-right"/>
          <p:cNvSpPr txBox="1"/>
          <p:nvPr/>
        </p:nvSpPr>
        <p:spPr>
          <a:xfrm>
            <a:off x="6903720" y="4087368"/>
            <a:ext cx="2834640" cy="457200"/>
          </a:xfrm>
          <a:prstGeom prst="flowChartProcess">
            <a:avLst/>
          </a:prstGeom>
          <a:solidFill>
            <a:schemeClr val="bg1"/>
          </a:solidFill>
          <a:ln w="15875">
            <a:solidFill>
              <a:schemeClr val="tx1"/>
            </a:solidFill>
          </a:ln>
        </p:spPr>
        <p:txBody>
          <a:bodyPr wrap="square" lIns="381" tIns="381" rIns="381" bIns="381" rtlCol="0" anchor="ctr"/>
          <a:lstStyle/>
          <a:p>
            <a:pPr marL="0" indent="0" algn="ctr">
              <a:buNone/>
            </a:pPr>
            <a:r>
              <a:rPr lang="en-US" sz="1200" b="1" dirty="0">
                <a:solidFill>
                  <a:schemeClr val="tx1"/>
                </a:solidFill>
              </a:rPr>
              <a:t>Recursively sort RIGHT half</a:t>
            </a:r>
            <a:endParaRPr lang="en-US" sz="1200" dirty="0"/>
          </a:p>
          <a:p>
            <a:pPr marL="0" indent="0" algn="ctr">
              <a:buNone/>
            </a:pPr>
            <a:r>
              <a:rPr lang="en-US" sz="1100" dirty="0">
                <a:solidFill>
                  <a:schemeClr val="tx1"/>
                </a:solidFill>
              </a:rPr>
              <a:t>MERGE_SORT(A, mid + 1, right)</a:t>
            </a:r>
            <a:endParaRPr lang="en-US" sz="1200" dirty="0"/>
          </a:p>
        </p:txBody>
      </p:sp>
      <p:sp>
        <p:nvSpPr>
          <p:cNvPr id="16" name="fc-merge"/>
          <p:cNvSpPr txBox="1"/>
          <p:nvPr/>
        </p:nvSpPr>
        <p:spPr>
          <a:xfrm>
            <a:off x="6903720" y="4727448"/>
            <a:ext cx="2834640" cy="457200"/>
          </a:xfrm>
          <a:prstGeom prst="flowChartProcess">
            <a:avLst/>
          </a:prstGeom>
          <a:solidFill>
            <a:schemeClr val="accent5"/>
          </a:solidFill>
          <a:ln w="15875">
            <a:solidFill>
              <a:schemeClr val="tx1"/>
            </a:solidFill>
          </a:ln>
        </p:spPr>
        <p:txBody>
          <a:bodyPr wrap="square" lIns="381" tIns="381" rIns="381" bIns="381" rtlCol="0" anchor="ctr"/>
          <a:lstStyle/>
          <a:p>
            <a:pPr marL="0" indent="0" algn="ctr">
              <a:buNone/>
            </a:pPr>
            <a:r>
              <a:rPr lang="en-US" sz="1200" b="1" dirty="0">
                <a:solidFill>
                  <a:schemeClr val="tx1"/>
                </a:solidFill>
              </a:rPr>
              <a:t>MERGE both halves</a:t>
            </a:r>
            <a:endParaRPr lang="en-US" sz="1200" dirty="0"/>
          </a:p>
          <a:p>
            <a:pPr marL="0" indent="0" algn="ctr">
              <a:buNone/>
            </a:pPr>
            <a:r>
              <a:rPr lang="en-US" sz="1100" dirty="0">
                <a:solidFill>
                  <a:schemeClr val="tx1"/>
                </a:solidFill>
              </a:rPr>
              <a:t>MERGE(A, left, mid, right)</a:t>
            </a:r>
            <a:endParaRPr lang="en-US" sz="1200" dirty="0"/>
          </a:p>
        </p:txBody>
      </p:sp>
      <p:sp>
        <p:nvSpPr>
          <p:cNvPr id="17" name="fc-return"/>
          <p:cNvSpPr txBox="1"/>
          <p:nvPr/>
        </p:nvSpPr>
        <p:spPr>
          <a:xfrm>
            <a:off x="7406640" y="5367528"/>
            <a:ext cx="1828800" cy="347472"/>
          </a:xfrm>
          <a:prstGeom prst="flowChartTerminator">
            <a:avLst/>
          </a:prstGeom>
          <a:solidFill>
            <a:schemeClr val="accent1"/>
          </a:solidFill>
          <a:ln w="15875">
            <a:solidFill>
              <a:schemeClr val="tx1"/>
            </a:solidFill>
          </a:ln>
        </p:spPr>
        <p:txBody>
          <a:bodyPr wrap="square" lIns="381" tIns="381" rIns="381" bIns="381" rtlCol="0" anchor="ctr"/>
          <a:lstStyle/>
          <a:p>
            <a:pPr marL="0" indent="0" algn="ctr">
              <a:buNone/>
            </a:pPr>
            <a:r>
              <a:rPr lang="en-US" sz="1200" b="1" dirty="0">
                <a:solidFill>
                  <a:schemeClr val="tx1"/>
                </a:solidFill>
              </a:rPr>
              <a:t>RETURN</a:t>
            </a:r>
            <a:endParaRPr lang="en-US" sz="1200" dirty="0"/>
          </a:p>
        </p:txBody>
      </p:sp>
      <p:sp>
        <p:nvSpPr>
          <p:cNvPr id="18" name="fc-end"/>
          <p:cNvSpPr txBox="1"/>
          <p:nvPr/>
        </p:nvSpPr>
        <p:spPr>
          <a:xfrm>
            <a:off x="7406640" y="5897880"/>
            <a:ext cx="1828800" cy="347472"/>
          </a:xfrm>
          <a:prstGeom prst="flowChartTerminator">
            <a:avLst/>
          </a:prstGeom>
          <a:solidFill>
            <a:schemeClr val="tx2"/>
          </a:solidFill>
          <a:ln w="15875">
            <a:solidFill>
              <a:schemeClr val="tx1"/>
            </a:solidFill>
          </a:ln>
        </p:spPr>
        <p:txBody>
          <a:bodyPr wrap="square" lIns="381" tIns="381" rIns="381" bIns="381" rtlCol="0" anchor="ctr"/>
          <a:lstStyle/>
          <a:p>
            <a:pPr marL="0" indent="0" algn="ctr">
              <a:buNone/>
            </a:pPr>
            <a:r>
              <a:rPr lang="en-US" sz="1200" b="1" dirty="0">
                <a:solidFill>
                  <a:schemeClr val="bg1"/>
                </a:solidFill>
              </a:rPr>
              <a:t>END</a:t>
            </a:r>
            <a:endParaRPr lang="en-US" sz="1200" dirty="0"/>
          </a:p>
        </p:txBody>
      </p:sp>
      <p:sp>
        <p:nvSpPr>
          <p:cNvPr id="19" name="Shape 16"/>
          <p:cNvSpPr/>
          <p:nvPr/>
        </p:nvSpPr>
        <p:spPr>
          <a:xfrm>
            <a:off x="8321040" y="1600200"/>
            <a:ext cx="0" cy="182880"/>
          </a:xfrm>
          <a:prstGeom prst="line">
            <a:avLst/>
          </a:prstGeom>
          <a:noFill/>
          <a:ln w="19050">
            <a:solidFill>
              <a:schemeClr val="tx1"/>
            </a:solidFill>
            <a:prstDash val="solid"/>
            <a:tailEnd type="triangle"/>
          </a:ln>
        </p:spPr>
      </p:sp>
      <p:sp>
        <p:nvSpPr>
          <p:cNvPr id="20" name="Shape 17"/>
          <p:cNvSpPr/>
          <p:nvPr/>
        </p:nvSpPr>
        <p:spPr>
          <a:xfrm>
            <a:off x="8321040" y="2651760"/>
            <a:ext cx="0" cy="201168"/>
          </a:xfrm>
          <a:prstGeom prst="line">
            <a:avLst/>
          </a:prstGeom>
          <a:noFill/>
          <a:ln w="19050">
            <a:solidFill>
              <a:schemeClr val="tx1"/>
            </a:solidFill>
            <a:prstDash val="solid"/>
            <a:tailEnd type="triangle"/>
          </a:ln>
        </p:spPr>
      </p:sp>
      <p:sp>
        <p:nvSpPr>
          <p:cNvPr id="21" name="Shape 18"/>
          <p:cNvSpPr/>
          <p:nvPr/>
        </p:nvSpPr>
        <p:spPr>
          <a:xfrm>
            <a:off x="8321040" y="3264408"/>
            <a:ext cx="0" cy="182880"/>
          </a:xfrm>
          <a:prstGeom prst="line">
            <a:avLst/>
          </a:prstGeom>
          <a:noFill/>
          <a:ln w="19050">
            <a:solidFill>
              <a:schemeClr val="tx1"/>
            </a:solidFill>
            <a:prstDash val="solid"/>
            <a:tailEnd type="triangle"/>
          </a:ln>
        </p:spPr>
      </p:sp>
      <p:sp>
        <p:nvSpPr>
          <p:cNvPr id="22" name="Shape 19"/>
          <p:cNvSpPr/>
          <p:nvPr/>
        </p:nvSpPr>
        <p:spPr>
          <a:xfrm>
            <a:off x="8321040" y="3904488"/>
            <a:ext cx="0" cy="182880"/>
          </a:xfrm>
          <a:prstGeom prst="line">
            <a:avLst/>
          </a:prstGeom>
          <a:noFill/>
          <a:ln w="19050">
            <a:solidFill>
              <a:schemeClr val="tx1"/>
            </a:solidFill>
            <a:prstDash val="solid"/>
            <a:tailEnd type="triangle"/>
          </a:ln>
        </p:spPr>
      </p:sp>
      <p:sp>
        <p:nvSpPr>
          <p:cNvPr id="23" name="Shape 20"/>
          <p:cNvSpPr/>
          <p:nvPr/>
        </p:nvSpPr>
        <p:spPr>
          <a:xfrm>
            <a:off x="8321040" y="4544568"/>
            <a:ext cx="0" cy="182880"/>
          </a:xfrm>
          <a:prstGeom prst="line">
            <a:avLst/>
          </a:prstGeom>
          <a:noFill/>
          <a:ln w="19050">
            <a:solidFill>
              <a:schemeClr val="tx1"/>
            </a:solidFill>
            <a:prstDash val="solid"/>
            <a:tailEnd type="triangle"/>
          </a:ln>
        </p:spPr>
      </p:sp>
      <p:sp>
        <p:nvSpPr>
          <p:cNvPr id="24" name="Shape 21"/>
          <p:cNvSpPr/>
          <p:nvPr/>
        </p:nvSpPr>
        <p:spPr>
          <a:xfrm>
            <a:off x="8321040" y="5184648"/>
            <a:ext cx="0" cy="182880"/>
          </a:xfrm>
          <a:prstGeom prst="line">
            <a:avLst/>
          </a:prstGeom>
          <a:noFill/>
          <a:ln w="19050">
            <a:solidFill>
              <a:schemeClr val="tx1"/>
            </a:solidFill>
            <a:prstDash val="solid"/>
            <a:tailEnd type="triangle"/>
          </a:ln>
        </p:spPr>
      </p:sp>
      <p:sp>
        <p:nvSpPr>
          <p:cNvPr id="25" name="Shape 22"/>
          <p:cNvSpPr/>
          <p:nvPr/>
        </p:nvSpPr>
        <p:spPr>
          <a:xfrm>
            <a:off x="8321040" y="5715000"/>
            <a:ext cx="0" cy="182880"/>
          </a:xfrm>
          <a:prstGeom prst="line">
            <a:avLst/>
          </a:prstGeom>
          <a:noFill/>
          <a:ln w="19050">
            <a:solidFill>
              <a:schemeClr val="tx1"/>
            </a:solidFill>
            <a:prstDash val="solid"/>
            <a:tailEnd type="triangle"/>
          </a:ln>
        </p:spPr>
      </p:sp>
      <p:sp>
        <p:nvSpPr>
          <p:cNvPr id="26" name="Shape 23"/>
          <p:cNvSpPr/>
          <p:nvPr/>
        </p:nvSpPr>
        <p:spPr>
          <a:xfrm>
            <a:off x="9875520" y="2217420"/>
            <a:ext cx="1005840" cy="0"/>
          </a:xfrm>
          <a:prstGeom prst="line">
            <a:avLst/>
          </a:prstGeom>
          <a:noFill/>
          <a:ln w="19050">
            <a:solidFill>
              <a:schemeClr val="tx1"/>
            </a:solidFill>
            <a:prstDash val="solid"/>
          </a:ln>
        </p:spPr>
      </p:sp>
      <p:sp>
        <p:nvSpPr>
          <p:cNvPr id="27" name="Shape 24"/>
          <p:cNvSpPr/>
          <p:nvPr/>
        </p:nvSpPr>
        <p:spPr>
          <a:xfrm>
            <a:off x="10881360" y="2217420"/>
            <a:ext cx="0" cy="3323844"/>
          </a:xfrm>
          <a:prstGeom prst="line">
            <a:avLst/>
          </a:prstGeom>
          <a:noFill/>
          <a:ln w="19050">
            <a:solidFill>
              <a:schemeClr val="tx1"/>
            </a:solidFill>
            <a:prstDash val="solid"/>
          </a:ln>
        </p:spPr>
      </p:sp>
      <p:sp>
        <p:nvSpPr>
          <p:cNvPr id="28" name="Shape 25"/>
          <p:cNvSpPr/>
          <p:nvPr/>
        </p:nvSpPr>
        <p:spPr>
          <a:xfrm flipH="1">
            <a:off x="9235440" y="5541264"/>
            <a:ext cx="1645920" cy="0"/>
          </a:xfrm>
          <a:prstGeom prst="line">
            <a:avLst/>
          </a:prstGeom>
          <a:noFill/>
          <a:ln w="19050">
            <a:solidFill>
              <a:schemeClr val="tx1"/>
            </a:solidFill>
            <a:prstDash val="solid"/>
            <a:tailEnd type="triangle"/>
          </a:ln>
        </p:spPr>
      </p:sp>
      <p:sp>
        <p:nvSpPr>
          <p:cNvPr id="29" name="Text 26"/>
          <p:cNvSpPr txBox="1"/>
          <p:nvPr/>
        </p:nvSpPr>
        <p:spPr>
          <a:xfrm>
            <a:off x="9921240" y="1920240"/>
            <a:ext cx="822960" cy="274320"/>
          </a:xfrm>
          <a:prstGeom prst="rect">
            <a:avLst/>
          </a:prstGeom>
          <a:noFill/>
          <a:ln/>
        </p:spPr>
        <p:txBody>
          <a:bodyPr wrap="square" lIns="0" tIns="0" rIns="0" bIns="0" rtlCol="0" anchor="ctr"/>
          <a:lstStyle/>
          <a:p>
            <a:pPr marL="0" indent="0">
              <a:buNone/>
            </a:pPr>
            <a:r>
              <a:rPr lang="en-US" sz="1200" b="1" dirty="0">
                <a:solidFill>
                  <a:schemeClr val="accent4"/>
                </a:solidFill>
              </a:rPr>
              <a:t>YES</a:t>
            </a:r>
            <a:endParaRPr lang="en-US" sz="1200" dirty="0"/>
          </a:p>
        </p:txBody>
      </p:sp>
      <p:sp>
        <p:nvSpPr>
          <p:cNvPr id="30" name="Text 27"/>
          <p:cNvSpPr txBox="1"/>
          <p:nvPr/>
        </p:nvSpPr>
        <p:spPr>
          <a:xfrm>
            <a:off x="8430768" y="2651760"/>
            <a:ext cx="548640" cy="228600"/>
          </a:xfrm>
          <a:prstGeom prst="rect">
            <a:avLst/>
          </a:prstGeom>
          <a:noFill/>
          <a:ln/>
        </p:spPr>
        <p:txBody>
          <a:bodyPr wrap="square" lIns="0" tIns="0" rIns="0" bIns="0" rtlCol="0" anchor="ctr"/>
          <a:lstStyle/>
          <a:p>
            <a:pPr marL="0" indent="0">
              <a:buNone/>
            </a:pPr>
            <a:r>
              <a:rPr lang="en-US" sz="1200" b="1" dirty="0">
                <a:solidFill>
                  <a:schemeClr val="accent6"/>
                </a:solidFill>
              </a:rPr>
              <a:t>NO</a:t>
            </a:r>
            <a:endParaRPr lang="en-US" sz="1200" dirty="0"/>
          </a:p>
        </p:txBody>
      </p:sp>
      <p:sp>
        <p:nvSpPr>
          <p:cNvPr id="31" name="Shape 28"/>
          <p:cNvSpPr/>
          <p:nvPr/>
        </p:nvSpPr>
        <p:spPr>
          <a:xfrm flipH="1">
            <a:off x="6492240" y="3675888"/>
            <a:ext cx="411480" cy="0"/>
          </a:xfrm>
          <a:prstGeom prst="line">
            <a:avLst/>
          </a:prstGeom>
          <a:noFill/>
          <a:ln w="19050">
            <a:solidFill>
              <a:schemeClr val="accent2"/>
            </a:solidFill>
            <a:prstDash val="dash"/>
          </a:ln>
        </p:spPr>
      </p:sp>
      <p:sp>
        <p:nvSpPr>
          <p:cNvPr id="32" name="Shape 29"/>
          <p:cNvSpPr/>
          <p:nvPr/>
        </p:nvSpPr>
        <p:spPr>
          <a:xfrm flipH="1">
            <a:off x="6492240" y="4315968"/>
            <a:ext cx="411480" cy="0"/>
          </a:xfrm>
          <a:prstGeom prst="line">
            <a:avLst/>
          </a:prstGeom>
          <a:noFill/>
          <a:ln w="19050">
            <a:solidFill>
              <a:schemeClr val="accent2"/>
            </a:solidFill>
            <a:prstDash val="dash"/>
          </a:ln>
        </p:spPr>
      </p:sp>
      <p:sp>
        <p:nvSpPr>
          <p:cNvPr id="33" name="Shape 30"/>
          <p:cNvSpPr/>
          <p:nvPr/>
        </p:nvSpPr>
        <p:spPr>
          <a:xfrm flipV="1">
            <a:off x="6492240" y="2217420"/>
            <a:ext cx="0" cy="2098548"/>
          </a:xfrm>
          <a:prstGeom prst="line">
            <a:avLst/>
          </a:prstGeom>
          <a:noFill/>
          <a:ln w="19050">
            <a:solidFill>
              <a:schemeClr val="accent2"/>
            </a:solidFill>
            <a:prstDash val="dash"/>
          </a:ln>
        </p:spPr>
      </p:sp>
      <p:sp>
        <p:nvSpPr>
          <p:cNvPr id="34" name="Shape 31"/>
          <p:cNvSpPr/>
          <p:nvPr/>
        </p:nvSpPr>
        <p:spPr>
          <a:xfrm>
            <a:off x="6492240" y="2217420"/>
            <a:ext cx="274320" cy="0"/>
          </a:xfrm>
          <a:prstGeom prst="line">
            <a:avLst/>
          </a:prstGeom>
          <a:noFill/>
          <a:ln w="19050">
            <a:solidFill>
              <a:schemeClr val="accent2"/>
            </a:solidFill>
            <a:prstDash val="dash"/>
            <a:tailEnd type="triangle"/>
          </a:ln>
        </p:spPr>
      </p:sp>
      <p:sp>
        <p:nvSpPr>
          <p:cNvPr id="35" name="Text 32"/>
          <p:cNvSpPr txBox="1"/>
          <p:nvPr/>
        </p:nvSpPr>
        <p:spPr>
          <a:xfrm>
            <a:off x="5394960" y="2926080"/>
            <a:ext cx="1005840" cy="457200"/>
          </a:xfrm>
          <a:prstGeom prst="rect">
            <a:avLst/>
          </a:prstGeom>
          <a:noFill/>
          <a:ln/>
        </p:spPr>
        <p:txBody>
          <a:bodyPr wrap="square" lIns="0" tIns="0" rIns="0" bIns="0" rtlCol="0" anchor="ctr"/>
          <a:lstStyle/>
          <a:p>
            <a:pPr marL="0" indent="0" algn="r">
              <a:buNone/>
            </a:pPr>
            <a:r>
              <a:rPr lang="en-US" sz="1100" b="1" i="1" dirty="0">
                <a:solidFill>
                  <a:schemeClr val="accent2"/>
                </a:solidFill>
              </a:rPr>
              <a:t>recursive</a:t>
            </a:r>
            <a:endParaRPr lang="en-US" sz="1100" dirty="0"/>
          </a:p>
          <a:p>
            <a:pPr marL="0" indent="0" algn="r">
              <a:buNone/>
            </a:pPr>
            <a:r>
              <a:rPr lang="en-US" sz="1100" b="1" i="1" dirty="0">
                <a:solidFill>
                  <a:schemeClr val="accent2"/>
                </a:solidFill>
              </a:rPr>
              <a:t>calls</a:t>
            </a:r>
            <a:endParaRPr lang="en-US" sz="1100" dirty="0"/>
          </a:p>
        </p:txBody>
      </p:sp>
      <p:sp>
        <p:nvSpPr>
          <p:cNvPr id="3" name="Slide Number Placeholder 0"/>
          <p:cNvSpPr>
            <a:spLocks noGrp="1"/>
          </p:cNvSpPr>
          <p:nvPr>
            <p:ph type="sldNum" sz="quarter" idx="4294967295"/>
          </p:nvPr>
        </p:nvSpPr>
        <p:spPr>
          <a:xfrm>
            <a:off x="10972800" y="6400800"/>
            <a:ext cx="75895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143A7B"/>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lide-title"/>
          <p:cNvSpPr txBox="1"/>
          <p:nvPr/>
        </p:nvSpPr>
        <p:spPr>
          <a:xfrm>
            <a:off x="457200" y="274320"/>
            <a:ext cx="11274552" cy="685800"/>
          </a:xfrm>
          <a:prstGeom prst="rect">
            <a:avLst/>
          </a:prstGeom>
          <a:noFill/>
          <a:ln/>
        </p:spPr>
        <p:txBody>
          <a:bodyPr wrap="square" lIns="0" tIns="0" rIns="0" bIns="0" rtlCol="0" anchor="ctr"/>
          <a:lstStyle/>
          <a:p>
            <a:pPr marL="0" indent="0" algn="l">
              <a:buNone/>
            </a:pPr>
            <a:r>
              <a:rPr lang="en-US" sz="3000" b="1" dirty="0">
                <a:solidFill>
                  <a:schemeClr val="tx1"/>
                </a:solidFill>
                <a:latin typeface="Cambria" pitchFamily="34" charset="0"/>
                <a:ea typeface="Cambria" pitchFamily="34" charset="-122"/>
                <a:cs typeface="Cambria" pitchFamily="34" charset="-120"/>
              </a:rPr>
              <a:t>Detailed Working with Example</a:t>
            </a:r>
            <a:endParaRPr lang="en-US" sz="3000" dirty="0"/>
          </a:p>
        </p:txBody>
      </p:sp>
      <p:sp>
        <p:nvSpPr>
          <p:cNvPr id="4" name="divide-panel"/>
          <p:cNvSpPr/>
          <p:nvPr/>
        </p:nvSpPr>
        <p:spPr>
          <a:xfrm>
            <a:off x="457200" y="1097280"/>
            <a:ext cx="5303520" cy="4114800"/>
          </a:xfrm>
          <a:prstGeom prst="roundRect">
            <a:avLst>
              <a:gd name="adj" fmla="val 2222"/>
            </a:avLst>
          </a:prstGeom>
          <a:solidFill>
            <a:schemeClr val="bg2"/>
          </a:solidFill>
          <a:ln w="6350">
            <a:solidFill>
              <a:schemeClr val="bg2"/>
            </a:solidFill>
            <a:prstDash val="solid"/>
          </a:ln>
        </p:spPr>
      </p:sp>
      <p:sp>
        <p:nvSpPr>
          <p:cNvPr id="5" name="merge-panel"/>
          <p:cNvSpPr/>
          <p:nvPr/>
        </p:nvSpPr>
        <p:spPr>
          <a:xfrm>
            <a:off x="6428232" y="1097280"/>
            <a:ext cx="5303520" cy="4114800"/>
          </a:xfrm>
          <a:prstGeom prst="roundRect">
            <a:avLst>
              <a:gd name="adj" fmla="val 2222"/>
            </a:avLst>
          </a:prstGeom>
          <a:solidFill>
            <a:schemeClr val="bg2"/>
          </a:solidFill>
          <a:ln w="6350">
            <a:solidFill>
              <a:schemeClr val="bg2"/>
            </a:solidFill>
            <a:prstDash val="solid"/>
          </a:ln>
        </p:spPr>
      </p:sp>
      <p:sp>
        <p:nvSpPr>
          <p:cNvPr id="6" name="Text 3"/>
          <p:cNvSpPr txBox="1"/>
          <p:nvPr/>
        </p:nvSpPr>
        <p:spPr>
          <a:xfrm>
            <a:off x="594360" y="1188720"/>
            <a:ext cx="5029200" cy="365760"/>
          </a:xfrm>
          <a:prstGeom prst="roundRect">
            <a:avLst>
              <a:gd name="adj" fmla="val 20000"/>
            </a:avLst>
          </a:prstGeom>
          <a:solidFill>
            <a:schemeClr val="accent2"/>
          </a:solidFill>
          <a:ln/>
        </p:spPr>
        <p:txBody>
          <a:bodyPr wrap="square" lIns="0" tIns="0" rIns="0" bIns="0" rtlCol="0" anchor="ctr"/>
          <a:lstStyle/>
          <a:p>
            <a:pPr marL="0" indent="0" algn="ctr">
              <a:buNone/>
            </a:pPr>
            <a:r>
              <a:rPr lang="en-US" sz="1400" b="1" dirty="0">
                <a:solidFill>
                  <a:schemeClr val="bg1"/>
                </a:solidFill>
              </a:rPr>
              <a:t>DIVIDE PHASE  (top-down)</a:t>
            </a:r>
            <a:endParaRPr lang="en-US" sz="1400" dirty="0"/>
          </a:p>
        </p:txBody>
      </p:sp>
      <p:sp>
        <p:nvSpPr>
          <p:cNvPr id="7" name="Text 4"/>
          <p:cNvSpPr txBox="1"/>
          <p:nvPr/>
        </p:nvSpPr>
        <p:spPr>
          <a:xfrm>
            <a:off x="6565392" y="1188720"/>
            <a:ext cx="5029200" cy="365760"/>
          </a:xfrm>
          <a:prstGeom prst="roundRect">
            <a:avLst>
              <a:gd name="adj" fmla="val 20000"/>
            </a:avLst>
          </a:prstGeom>
          <a:solidFill>
            <a:schemeClr val="accent4"/>
          </a:solidFill>
          <a:ln/>
        </p:spPr>
        <p:txBody>
          <a:bodyPr wrap="square" lIns="0" tIns="0" rIns="0" bIns="0" rtlCol="0" anchor="ctr"/>
          <a:lstStyle/>
          <a:p>
            <a:pPr marL="0" indent="0" algn="ctr">
              <a:buNone/>
            </a:pPr>
            <a:r>
              <a:rPr lang="en-US" sz="1400" b="1" dirty="0">
                <a:solidFill>
                  <a:schemeClr val="bg1"/>
                </a:solidFill>
              </a:rPr>
              <a:t>MERGE PHASE  (bottom-up)</a:t>
            </a:r>
            <a:endParaRPr lang="en-US" sz="1400" dirty="0"/>
          </a:p>
        </p:txBody>
      </p:sp>
      <p:sp>
        <p:nvSpPr>
          <p:cNvPr id="8" name="cell-0-0-38"/>
          <p:cNvSpPr txBox="1"/>
          <p:nvPr/>
        </p:nvSpPr>
        <p:spPr>
          <a:xfrm>
            <a:off x="1348740" y="1691640"/>
            <a:ext cx="502920" cy="411480"/>
          </a:xfrm>
          <a:prstGeom prst="rect">
            <a:avLst/>
          </a:prstGeom>
          <a:solidFill>
            <a:schemeClr val="tx2"/>
          </a:solidFill>
          <a:ln w="12700">
            <a:solidFill>
              <a:schemeClr val="bg1"/>
            </a:solidFill>
          </a:ln>
        </p:spPr>
        <p:txBody>
          <a:bodyPr wrap="square" lIns="0" tIns="0" rIns="0" bIns="0" rtlCol="0" anchor="ctr"/>
          <a:lstStyle/>
          <a:p>
            <a:pPr marL="0" indent="0" algn="ctr">
              <a:buNone/>
            </a:pPr>
            <a:r>
              <a:rPr lang="en-US" sz="1500" b="1" dirty="0">
                <a:solidFill>
                  <a:schemeClr val="bg1"/>
                </a:solidFill>
              </a:rPr>
              <a:t>38</a:t>
            </a:r>
            <a:endParaRPr lang="en-US" sz="1500" dirty="0"/>
          </a:p>
        </p:txBody>
      </p:sp>
      <p:sp>
        <p:nvSpPr>
          <p:cNvPr id="9" name="cell-0-1-27"/>
          <p:cNvSpPr txBox="1"/>
          <p:nvPr/>
        </p:nvSpPr>
        <p:spPr>
          <a:xfrm>
            <a:off x="1851660" y="1691640"/>
            <a:ext cx="502920" cy="411480"/>
          </a:xfrm>
          <a:prstGeom prst="rect">
            <a:avLst/>
          </a:prstGeom>
          <a:solidFill>
            <a:schemeClr val="tx2"/>
          </a:solidFill>
          <a:ln w="12700">
            <a:solidFill>
              <a:schemeClr val="bg1"/>
            </a:solidFill>
          </a:ln>
        </p:spPr>
        <p:txBody>
          <a:bodyPr wrap="square" lIns="0" tIns="0" rIns="0" bIns="0" rtlCol="0" anchor="ctr"/>
          <a:lstStyle/>
          <a:p>
            <a:pPr marL="0" indent="0" algn="ctr">
              <a:buNone/>
            </a:pPr>
            <a:r>
              <a:rPr lang="en-US" sz="1500" b="1" dirty="0">
                <a:solidFill>
                  <a:schemeClr val="bg1"/>
                </a:solidFill>
              </a:rPr>
              <a:t>27</a:t>
            </a:r>
            <a:endParaRPr lang="en-US" sz="1500" dirty="0"/>
          </a:p>
        </p:txBody>
      </p:sp>
      <p:sp>
        <p:nvSpPr>
          <p:cNvPr id="10" name="cell-0-2-43"/>
          <p:cNvSpPr txBox="1"/>
          <p:nvPr/>
        </p:nvSpPr>
        <p:spPr>
          <a:xfrm>
            <a:off x="2354580" y="1691640"/>
            <a:ext cx="502920" cy="411480"/>
          </a:xfrm>
          <a:prstGeom prst="rect">
            <a:avLst/>
          </a:prstGeom>
          <a:solidFill>
            <a:schemeClr val="tx2"/>
          </a:solidFill>
          <a:ln w="12700">
            <a:solidFill>
              <a:schemeClr val="bg1"/>
            </a:solidFill>
          </a:ln>
        </p:spPr>
        <p:txBody>
          <a:bodyPr wrap="square" lIns="0" tIns="0" rIns="0" bIns="0" rtlCol="0" anchor="ctr"/>
          <a:lstStyle/>
          <a:p>
            <a:pPr marL="0" indent="0" algn="ctr">
              <a:buNone/>
            </a:pPr>
            <a:r>
              <a:rPr lang="en-US" sz="1500" b="1" dirty="0">
                <a:solidFill>
                  <a:schemeClr val="bg1"/>
                </a:solidFill>
              </a:rPr>
              <a:t>43</a:t>
            </a:r>
            <a:endParaRPr lang="en-US" sz="1500" dirty="0"/>
          </a:p>
        </p:txBody>
      </p:sp>
      <p:sp>
        <p:nvSpPr>
          <p:cNvPr id="11" name="cell-0-3-3"/>
          <p:cNvSpPr txBox="1"/>
          <p:nvPr/>
        </p:nvSpPr>
        <p:spPr>
          <a:xfrm>
            <a:off x="2857500" y="1691640"/>
            <a:ext cx="502920" cy="411480"/>
          </a:xfrm>
          <a:prstGeom prst="rect">
            <a:avLst/>
          </a:prstGeom>
          <a:solidFill>
            <a:schemeClr val="tx2"/>
          </a:solidFill>
          <a:ln w="12700">
            <a:solidFill>
              <a:schemeClr val="bg1"/>
            </a:solidFill>
          </a:ln>
        </p:spPr>
        <p:txBody>
          <a:bodyPr wrap="square" lIns="0" tIns="0" rIns="0" bIns="0" rtlCol="0" anchor="ctr"/>
          <a:lstStyle/>
          <a:p>
            <a:pPr marL="0" indent="0" algn="ctr">
              <a:buNone/>
            </a:pPr>
            <a:r>
              <a:rPr lang="en-US" sz="1500" b="1" dirty="0">
                <a:solidFill>
                  <a:schemeClr val="bg1"/>
                </a:solidFill>
              </a:rPr>
              <a:t>3</a:t>
            </a:r>
            <a:endParaRPr lang="en-US" sz="1500" dirty="0"/>
          </a:p>
        </p:txBody>
      </p:sp>
      <p:sp>
        <p:nvSpPr>
          <p:cNvPr id="12" name="cell-0-4-9"/>
          <p:cNvSpPr txBox="1"/>
          <p:nvPr/>
        </p:nvSpPr>
        <p:spPr>
          <a:xfrm>
            <a:off x="3360420" y="1691640"/>
            <a:ext cx="502920" cy="411480"/>
          </a:xfrm>
          <a:prstGeom prst="rect">
            <a:avLst/>
          </a:prstGeom>
          <a:solidFill>
            <a:schemeClr val="tx2"/>
          </a:solidFill>
          <a:ln w="12700">
            <a:solidFill>
              <a:schemeClr val="bg1"/>
            </a:solidFill>
          </a:ln>
        </p:spPr>
        <p:txBody>
          <a:bodyPr wrap="square" lIns="0" tIns="0" rIns="0" bIns="0" rtlCol="0" anchor="ctr"/>
          <a:lstStyle/>
          <a:p>
            <a:pPr marL="0" indent="0" algn="ctr">
              <a:buNone/>
            </a:pPr>
            <a:r>
              <a:rPr lang="en-US" sz="1500" b="1" dirty="0">
                <a:solidFill>
                  <a:schemeClr val="bg1"/>
                </a:solidFill>
              </a:rPr>
              <a:t>9</a:t>
            </a:r>
            <a:endParaRPr lang="en-US" sz="1500" dirty="0"/>
          </a:p>
        </p:txBody>
      </p:sp>
      <p:sp>
        <p:nvSpPr>
          <p:cNvPr id="13" name="cell-0-5-82"/>
          <p:cNvSpPr txBox="1"/>
          <p:nvPr/>
        </p:nvSpPr>
        <p:spPr>
          <a:xfrm>
            <a:off x="3863340" y="1691640"/>
            <a:ext cx="502920" cy="411480"/>
          </a:xfrm>
          <a:prstGeom prst="rect">
            <a:avLst/>
          </a:prstGeom>
          <a:solidFill>
            <a:schemeClr val="tx2"/>
          </a:solidFill>
          <a:ln w="12700">
            <a:solidFill>
              <a:schemeClr val="bg1"/>
            </a:solidFill>
          </a:ln>
        </p:spPr>
        <p:txBody>
          <a:bodyPr wrap="square" lIns="0" tIns="0" rIns="0" bIns="0" rtlCol="0" anchor="ctr"/>
          <a:lstStyle/>
          <a:p>
            <a:pPr marL="0" indent="0" algn="ctr">
              <a:buNone/>
            </a:pPr>
            <a:r>
              <a:rPr lang="en-US" sz="1500" b="1" dirty="0">
                <a:solidFill>
                  <a:schemeClr val="bg1"/>
                </a:solidFill>
              </a:rPr>
              <a:t>82</a:t>
            </a:r>
            <a:endParaRPr lang="en-US" sz="1500" dirty="0"/>
          </a:p>
        </p:txBody>
      </p:sp>
      <p:sp>
        <p:nvSpPr>
          <p:cNvPr id="14" name="cell-0-6-10"/>
          <p:cNvSpPr txBox="1"/>
          <p:nvPr/>
        </p:nvSpPr>
        <p:spPr>
          <a:xfrm>
            <a:off x="4366260" y="1691640"/>
            <a:ext cx="502920" cy="411480"/>
          </a:xfrm>
          <a:prstGeom prst="rect">
            <a:avLst/>
          </a:prstGeom>
          <a:solidFill>
            <a:schemeClr val="tx2"/>
          </a:solidFill>
          <a:ln w="12700">
            <a:solidFill>
              <a:schemeClr val="bg1"/>
            </a:solidFill>
          </a:ln>
        </p:spPr>
        <p:txBody>
          <a:bodyPr wrap="square" lIns="0" tIns="0" rIns="0" bIns="0" rtlCol="0" anchor="ctr"/>
          <a:lstStyle/>
          <a:p>
            <a:pPr marL="0" indent="0" algn="ctr">
              <a:buNone/>
            </a:pPr>
            <a:r>
              <a:rPr lang="en-US" sz="1500" b="1" dirty="0">
                <a:solidFill>
                  <a:schemeClr val="bg1"/>
                </a:solidFill>
              </a:rPr>
              <a:t>10</a:t>
            </a:r>
            <a:endParaRPr lang="en-US" sz="1500" dirty="0"/>
          </a:p>
        </p:txBody>
      </p:sp>
      <p:sp>
        <p:nvSpPr>
          <p:cNvPr id="15" name="Shape 12"/>
          <p:cNvSpPr/>
          <p:nvPr/>
        </p:nvSpPr>
        <p:spPr>
          <a:xfrm>
            <a:off x="1348740" y="1691640"/>
            <a:ext cx="3520440" cy="411480"/>
          </a:xfrm>
          <a:prstGeom prst="rect">
            <a:avLst/>
          </a:prstGeom>
          <a:solidFill>
            <a:schemeClr val="bg1">
              <a:alpha val="0"/>
            </a:schemeClr>
          </a:solidFill>
          <a:ln w="22225">
            <a:solidFill>
              <a:schemeClr val="tx1"/>
            </a:solidFill>
            <a:prstDash val="solid"/>
          </a:ln>
        </p:spPr>
      </p:sp>
      <p:sp>
        <p:nvSpPr>
          <p:cNvPr id="16" name="cell-0-0-38"/>
          <p:cNvSpPr txBox="1"/>
          <p:nvPr/>
        </p:nvSpPr>
        <p:spPr>
          <a:xfrm>
            <a:off x="1165860" y="2651760"/>
            <a:ext cx="502920" cy="411480"/>
          </a:xfrm>
          <a:prstGeom prst="rect">
            <a:avLst/>
          </a:prstGeom>
          <a:solidFill>
            <a:schemeClr val="accent2"/>
          </a:solidFill>
          <a:ln w="12700">
            <a:solidFill>
              <a:schemeClr val="bg1"/>
            </a:solidFill>
          </a:ln>
        </p:spPr>
        <p:txBody>
          <a:bodyPr wrap="square" lIns="0" tIns="0" rIns="0" bIns="0" rtlCol="0" anchor="ctr"/>
          <a:lstStyle/>
          <a:p>
            <a:pPr marL="0" indent="0" algn="ctr">
              <a:buNone/>
            </a:pPr>
            <a:r>
              <a:rPr lang="en-US" sz="1500" b="1" dirty="0">
                <a:solidFill>
                  <a:schemeClr val="bg1"/>
                </a:solidFill>
              </a:rPr>
              <a:t>38</a:t>
            </a:r>
            <a:endParaRPr lang="en-US" sz="1500" dirty="0"/>
          </a:p>
        </p:txBody>
      </p:sp>
      <p:sp>
        <p:nvSpPr>
          <p:cNvPr id="17" name="cell-0-1-27"/>
          <p:cNvSpPr txBox="1"/>
          <p:nvPr/>
        </p:nvSpPr>
        <p:spPr>
          <a:xfrm>
            <a:off x="1668780" y="2651760"/>
            <a:ext cx="502920" cy="411480"/>
          </a:xfrm>
          <a:prstGeom prst="rect">
            <a:avLst/>
          </a:prstGeom>
          <a:solidFill>
            <a:schemeClr val="accent2"/>
          </a:solidFill>
          <a:ln w="12700">
            <a:solidFill>
              <a:schemeClr val="bg1"/>
            </a:solidFill>
          </a:ln>
        </p:spPr>
        <p:txBody>
          <a:bodyPr wrap="square" lIns="0" tIns="0" rIns="0" bIns="0" rtlCol="0" anchor="ctr"/>
          <a:lstStyle/>
          <a:p>
            <a:pPr marL="0" indent="0" algn="ctr">
              <a:buNone/>
            </a:pPr>
            <a:r>
              <a:rPr lang="en-US" sz="1500" b="1" dirty="0">
                <a:solidFill>
                  <a:schemeClr val="bg1"/>
                </a:solidFill>
              </a:rPr>
              <a:t>27</a:t>
            </a:r>
            <a:endParaRPr lang="en-US" sz="1500" dirty="0"/>
          </a:p>
        </p:txBody>
      </p:sp>
      <p:sp>
        <p:nvSpPr>
          <p:cNvPr id="18" name="cell-0-2-43"/>
          <p:cNvSpPr txBox="1"/>
          <p:nvPr/>
        </p:nvSpPr>
        <p:spPr>
          <a:xfrm>
            <a:off x="2171700" y="2651760"/>
            <a:ext cx="502920" cy="411480"/>
          </a:xfrm>
          <a:prstGeom prst="rect">
            <a:avLst/>
          </a:prstGeom>
          <a:solidFill>
            <a:schemeClr val="accent2"/>
          </a:solidFill>
          <a:ln w="12700">
            <a:solidFill>
              <a:schemeClr val="bg1"/>
            </a:solidFill>
          </a:ln>
        </p:spPr>
        <p:txBody>
          <a:bodyPr wrap="square" lIns="0" tIns="0" rIns="0" bIns="0" rtlCol="0" anchor="ctr"/>
          <a:lstStyle/>
          <a:p>
            <a:pPr marL="0" indent="0" algn="ctr">
              <a:buNone/>
            </a:pPr>
            <a:r>
              <a:rPr lang="en-US" sz="1500" b="1" dirty="0">
                <a:solidFill>
                  <a:schemeClr val="bg1"/>
                </a:solidFill>
              </a:rPr>
              <a:t>43</a:t>
            </a:r>
            <a:endParaRPr lang="en-US" sz="1500" dirty="0"/>
          </a:p>
        </p:txBody>
      </p:sp>
      <p:sp>
        <p:nvSpPr>
          <p:cNvPr id="19" name="cell-0-3-3"/>
          <p:cNvSpPr txBox="1"/>
          <p:nvPr/>
        </p:nvSpPr>
        <p:spPr>
          <a:xfrm>
            <a:off x="2674620" y="2651760"/>
            <a:ext cx="502920" cy="411480"/>
          </a:xfrm>
          <a:prstGeom prst="rect">
            <a:avLst/>
          </a:prstGeom>
          <a:solidFill>
            <a:schemeClr val="accent2"/>
          </a:solidFill>
          <a:ln w="12700">
            <a:solidFill>
              <a:schemeClr val="bg1"/>
            </a:solidFill>
          </a:ln>
        </p:spPr>
        <p:txBody>
          <a:bodyPr wrap="square" lIns="0" tIns="0" rIns="0" bIns="0" rtlCol="0" anchor="ctr"/>
          <a:lstStyle/>
          <a:p>
            <a:pPr marL="0" indent="0" algn="ctr">
              <a:buNone/>
            </a:pPr>
            <a:r>
              <a:rPr lang="en-US" sz="1500" b="1" dirty="0">
                <a:solidFill>
                  <a:schemeClr val="bg1"/>
                </a:solidFill>
              </a:rPr>
              <a:t>3</a:t>
            </a:r>
            <a:endParaRPr lang="en-US" sz="1500" dirty="0"/>
          </a:p>
        </p:txBody>
      </p:sp>
      <p:sp>
        <p:nvSpPr>
          <p:cNvPr id="20" name="Shape 17"/>
          <p:cNvSpPr/>
          <p:nvPr/>
        </p:nvSpPr>
        <p:spPr>
          <a:xfrm>
            <a:off x="1165860" y="2651760"/>
            <a:ext cx="2011680" cy="411480"/>
          </a:xfrm>
          <a:prstGeom prst="rect">
            <a:avLst/>
          </a:prstGeom>
          <a:solidFill>
            <a:schemeClr val="bg1">
              <a:alpha val="0"/>
            </a:schemeClr>
          </a:solidFill>
          <a:ln w="22225">
            <a:solidFill>
              <a:schemeClr val="tx1"/>
            </a:solidFill>
            <a:prstDash val="solid"/>
          </a:ln>
        </p:spPr>
      </p:sp>
      <p:sp>
        <p:nvSpPr>
          <p:cNvPr id="21" name="cell-1-0-9"/>
          <p:cNvSpPr txBox="1"/>
          <p:nvPr/>
        </p:nvSpPr>
        <p:spPr>
          <a:xfrm>
            <a:off x="3543300" y="2651760"/>
            <a:ext cx="502920" cy="411480"/>
          </a:xfrm>
          <a:prstGeom prst="rect">
            <a:avLst/>
          </a:prstGeom>
          <a:solidFill>
            <a:schemeClr val="accent2"/>
          </a:solidFill>
          <a:ln w="12700">
            <a:solidFill>
              <a:schemeClr val="bg1"/>
            </a:solidFill>
          </a:ln>
        </p:spPr>
        <p:txBody>
          <a:bodyPr wrap="square" lIns="0" tIns="0" rIns="0" bIns="0" rtlCol="0" anchor="ctr"/>
          <a:lstStyle/>
          <a:p>
            <a:pPr marL="0" indent="0" algn="ctr">
              <a:buNone/>
            </a:pPr>
            <a:r>
              <a:rPr lang="en-US" sz="1500" b="1" dirty="0">
                <a:solidFill>
                  <a:schemeClr val="bg1"/>
                </a:solidFill>
              </a:rPr>
              <a:t>9</a:t>
            </a:r>
            <a:endParaRPr lang="en-US" sz="1500" dirty="0"/>
          </a:p>
        </p:txBody>
      </p:sp>
      <p:sp>
        <p:nvSpPr>
          <p:cNvPr id="22" name="cell-1-1-82"/>
          <p:cNvSpPr txBox="1"/>
          <p:nvPr/>
        </p:nvSpPr>
        <p:spPr>
          <a:xfrm>
            <a:off x="4046220" y="2651760"/>
            <a:ext cx="502920" cy="411480"/>
          </a:xfrm>
          <a:prstGeom prst="rect">
            <a:avLst/>
          </a:prstGeom>
          <a:solidFill>
            <a:schemeClr val="accent2"/>
          </a:solidFill>
          <a:ln w="12700">
            <a:solidFill>
              <a:schemeClr val="bg1"/>
            </a:solidFill>
          </a:ln>
        </p:spPr>
        <p:txBody>
          <a:bodyPr wrap="square" lIns="0" tIns="0" rIns="0" bIns="0" rtlCol="0" anchor="ctr"/>
          <a:lstStyle/>
          <a:p>
            <a:pPr marL="0" indent="0" algn="ctr">
              <a:buNone/>
            </a:pPr>
            <a:r>
              <a:rPr lang="en-US" sz="1500" b="1" dirty="0">
                <a:solidFill>
                  <a:schemeClr val="bg1"/>
                </a:solidFill>
              </a:rPr>
              <a:t>82</a:t>
            </a:r>
            <a:endParaRPr lang="en-US" sz="1500" dirty="0"/>
          </a:p>
        </p:txBody>
      </p:sp>
      <p:sp>
        <p:nvSpPr>
          <p:cNvPr id="23" name="cell-1-2-10"/>
          <p:cNvSpPr txBox="1"/>
          <p:nvPr/>
        </p:nvSpPr>
        <p:spPr>
          <a:xfrm>
            <a:off x="4549140" y="2651760"/>
            <a:ext cx="502920" cy="411480"/>
          </a:xfrm>
          <a:prstGeom prst="rect">
            <a:avLst/>
          </a:prstGeom>
          <a:solidFill>
            <a:schemeClr val="accent2"/>
          </a:solidFill>
          <a:ln w="12700">
            <a:solidFill>
              <a:schemeClr val="bg1"/>
            </a:solidFill>
          </a:ln>
        </p:spPr>
        <p:txBody>
          <a:bodyPr wrap="square" lIns="0" tIns="0" rIns="0" bIns="0" rtlCol="0" anchor="ctr"/>
          <a:lstStyle/>
          <a:p>
            <a:pPr marL="0" indent="0" algn="ctr">
              <a:buNone/>
            </a:pPr>
            <a:r>
              <a:rPr lang="en-US" sz="1500" b="1" dirty="0">
                <a:solidFill>
                  <a:schemeClr val="bg1"/>
                </a:solidFill>
              </a:rPr>
              <a:t>10</a:t>
            </a:r>
            <a:endParaRPr lang="en-US" sz="1500" dirty="0"/>
          </a:p>
        </p:txBody>
      </p:sp>
      <p:sp>
        <p:nvSpPr>
          <p:cNvPr id="24" name="Shape 21"/>
          <p:cNvSpPr/>
          <p:nvPr/>
        </p:nvSpPr>
        <p:spPr>
          <a:xfrm>
            <a:off x="3543300" y="2651760"/>
            <a:ext cx="1508760" cy="411480"/>
          </a:xfrm>
          <a:prstGeom prst="rect">
            <a:avLst/>
          </a:prstGeom>
          <a:solidFill>
            <a:schemeClr val="bg1">
              <a:alpha val="0"/>
            </a:schemeClr>
          </a:solidFill>
          <a:ln w="22225">
            <a:solidFill>
              <a:schemeClr val="tx1"/>
            </a:solidFill>
            <a:prstDash val="solid"/>
          </a:ln>
        </p:spPr>
      </p:sp>
      <p:sp>
        <p:nvSpPr>
          <p:cNvPr id="25" name="cell-0-0-38"/>
          <p:cNvSpPr txBox="1"/>
          <p:nvPr/>
        </p:nvSpPr>
        <p:spPr>
          <a:xfrm>
            <a:off x="937260" y="3611880"/>
            <a:ext cx="502920" cy="411480"/>
          </a:xfrm>
          <a:prstGeom prst="rect">
            <a:avLst/>
          </a:prstGeom>
          <a:solidFill>
            <a:schemeClr val="accent1"/>
          </a:solidFill>
          <a:ln w="12700">
            <a:solidFill>
              <a:schemeClr val="bg1"/>
            </a:solidFill>
          </a:ln>
        </p:spPr>
        <p:txBody>
          <a:bodyPr wrap="square" lIns="0" tIns="0" rIns="0" bIns="0" rtlCol="0" anchor="ctr"/>
          <a:lstStyle/>
          <a:p>
            <a:pPr marL="0" indent="0" algn="ctr">
              <a:buNone/>
            </a:pPr>
            <a:r>
              <a:rPr lang="en-US" sz="1500" b="1" dirty="0">
                <a:solidFill>
                  <a:schemeClr val="tx1"/>
                </a:solidFill>
              </a:rPr>
              <a:t>38</a:t>
            </a:r>
            <a:endParaRPr lang="en-US" sz="1500" dirty="0"/>
          </a:p>
        </p:txBody>
      </p:sp>
      <p:sp>
        <p:nvSpPr>
          <p:cNvPr id="26" name="cell-0-1-27"/>
          <p:cNvSpPr txBox="1"/>
          <p:nvPr/>
        </p:nvSpPr>
        <p:spPr>
          <a:xfrm>
            <a:off x="1440180" y="3611880"/>
            <a:ext cx="502920" cy="411480"/>
          </a:xfrm>
          <a:prstGeom prst="rect">
            <a:avLst/>
          </a:prstGeom>
          <a:solidFill>
            <a:schemeClr val="accent1"/>
          </a:solidFill>
          <a:ln w="12700">
            <a:solidFill>
              <a:schemeClr val="bg1"/>
            </a:solidFill>
          </a:ln>
        </p:spPr>
        <p:txBody>
          <a:bodyPr wrap="square" lIns="0" tIns="0" rIns="0" bIns="0" rtlCol="0" anchor="ctr"/>
          <a:lstStyle/>
          <a:p>
            <a:pPr marL="0" indent="0" algn="ctr">
              <a:buNone/>
            </a:pPr>
            <a:r>
              <a:rPr lang="en-US" sz="1500" b="1" dirty="0">
                <a:solidFill>
                  <a:schemeClr val="tx1"/>
                </a:solidFill>
              </a:rPr>
              <a:t>27</a:t>
            </a:r>
            <a:endParaRPr lang="en-US" sz="1500" dirty="0"/>
          </a:p>
        </p:txBody>
      </p:sp>
      <p:sp>
        <p:nvSpPr>
          <p:cNvPr id="27" name="Shape 24"/>
          <p:cNvSpPr/>
          <p:nvPr/>
        </p:nvSpPr>
        <p:spPr>
          <a:xfrm>
            <a:off x="937260" y="3611880"/>
            <a:ext cx="1005840" cy="411480"/>
          </a:xfrm>
          <a:prstGeom prst="rect">
            <a:avLst/>
          </a:prstGeom>
          <a:solidFill>
            <a:schemeClr val="bg1">
              <a:alpha val="0"/>
            </a:schemeClr>
          </a:solidFill>
          <a:ln w="22225">
            <a:solidFill>
              <a:schemeClr val="tx1"/>
            </a:solidFill>
            <a:prstDash val="solid"/>
          </a:ln>
        </p:spPr>
      </p:sp>
      <p:sp>
        <p:nvSpPr>
          <p:cNvPr id="28" name="cell-1-0-43"/>
          <p:cNvSpPr txBox="1"/>
          <p:nvPr/>
        </p:nvSpPr>
        <p:spPr>
          <a:xfrm>
            <a:off x="2217420" y="3611880"/>
            <a:ext cx="502920" cy="411480"/>
          </a:xfrm>
          <a:prstGeom prst="rect">
            <a:avLst/>
          </a:prstGeom>
          <a:solidFill>
            <a:schemeClr val="accent1"/>
          </a:solidFill>
          <a:ln w="12700">
            <a:solidFill>
              <a:schemeClr val="bg1"/>
            </a:solidFill>
          </a:ln>
        </p:spPr>
        <p:txBody>
          <a:bodyPr wrap="square" lIns="0" tIns="0" rIns="0" bIns="0" rtlCol="0" anchor="ctr"/>
          <a:lstStyle/>
          <a:p>
            <a:pPr marL="0" indent="0" algn="ctr">
              <a:buNone/>
            </a:pPr>
            <a:r>
              <a:rPr lang="en-US" sz="1500" b="1" dirty="0">
                <a:solidFill>
                  <a:schemeClr val="tx1"/>
                </a:solidFill>
              </a:rPr>
              <a:t>43</a:t>
            </a:r>
            <a:endParaRPr lang="en-US" sz="1500" dirty="0"/>
          </a:p>
        </p:txBody>
      </p:sp>
      <p:sp>
        <p:nvSpPr>
          <p:cNvPr id="29" name="cell-1-1-3"/>
          <p:cNvSpPr txBox="1"/>
          <p:nvPr/>
        </p:nvSpPr>
        <p:spPr>
          <a:xfrm>
            <a:off x="2720340" y="3611880"/>
            <a:ext cx="502920" cy="411480"/>
          </a:xfrm>
          <a:prstGeom prst="rect">
            <a:avLst/>
          </a:prstGeom>
          <a:solidFill>
            <a:schemeClr val="accent1"/>
          </a:solidFill>
          <a:ln w="12700">
            <a:solidFill>
              <a:schemeClr val="bg1"/>
            </a:solidFill>
          </a:ln>
        </p:spPr>
        <p:txBody>
          <a:bodyPr wrap="square" lIns="0" tIns="0" rIns="0" bIns="0" rtlCol="0" anchor="ctr"/>
          <a:lstStyle/>
          <a:p>
            <a:pPr marL="0" indent="0" algn="ctr">
              <a:buNone/>
            </a:pPr>
            <a:r>
              <a:rPr lang="en-US" sz="1500" b="1" dirty="0">
                <a:solidFill>
                  <a:schemeClr val="tx1"/>
                </a:solidFill>
              </a:rPr>
              <a:t>3</a:t>
            </a:r>
            <a:endParaRPr lang="en-US" sz="1500" dirty="0"/>
          </a:p>
        </p:txBody>
      </p:sp>
      <p:sp>
        <p:nvSpPr>
          <p:cNvPr id="30" name="Shape 27"/>
          <p:cNvSpPr/>
          <p:nvPr/>
        </p:nvSpPr>
        <p:spPr>
          <a:xfrm>
            <a:off x="2217420" y="3611880"/>
            <a:ext cx="1005840" cy="411480"/>
          </a:xfrm>
          <a:prstGeom prst="rect">
            <a:avLst/>
          </a:prstGeom>
          <a:solidFill>
            <a:schemeClr val="bg1">
              <a:alpha val="0"/>
            </a:schemeClr>
          </a:solidFill>
          <a:ln w="22225">
            <a:solidFill>
              <a:schemeClr val="tx1"/>
            </a:solidFill>
            <a:prstDash val="solid"/>
          </a:ln>
        </p:spPr>
      </p:sp>
      <p:sp>
        <p:nvSpPr>
          <p:cNvPr id="31" name="cell-2-0-9"/>
          <p:cNvSpPr txBox="1"/>
          <p:nvPr/>
        </p:nvSpPr>
        <p:spPr>
          <a:xfrm>
            <a:off x="3497580" y="3611880"/>
            <a:ext cx="502920" cy="411480"/>
          </a:xfrm>
          <a:prstGeom prst="rect">
            <a:avLst/>
          </a:prstGeom>
          <a:solidFill>
            <a:schemeClr val="accent1"/>
          </a:solidFill>
          <a:ln w="12700">
            <a:solidFill>
              <a:schemeClr val="bg1"/>
            </a:solidFill>
          </a:ln>
        </p:spPr>
        <p:txBody>
          <a:bodyPr wrap="square" lIns="0" tIns="0" rIns="0" bIns="0" rtlCol="0" anchor="ctr"/>
          <a:lstStyle/>
          <a:p>
            <a:pPr marL="0" indent="0" algn="ctr">
              <a:buNone/>
            </a:pPr>
            <a:r>
              <a:rPr lang="en-US" sz="1500" b="1" dirty="0">
                <a:solidFill>
                  <a:schemeClr val="tx1"/>
                </a:solidFill>
              </a:rPr>
              <a:t>9</a:t>
            </a:r>
            <a:endParaRPr lang="en-US" sz="1500" dirty="0"/>
          </a:p>
        </p:txBody>
      </p:sp>
      <p:sp>
        <p:nvSpPr>
          <p:cNvPr id="32" name="cell-2-1-82"/>
          <p:cNvSpPr txBox="1"/>
          <p:nvPr/>
        </p:nvSpPr>
        <p:spPr>
          <a:xfrm>
            <a:off x="4000500" y="3611880"/>
            <a:ext cx="502920" cy="411480"/>
          </a:xfrm>
          <a:prstGeom prst="rect">
            <a:avLst/>
          </a:prstGeom>
          <a:solidFill>
            <a:schemeClr val="accent1"/>
          </a:solidFill>
          <a:ln w="12700">
            <a:solidFill>
              <a:schemeClr val="bg1"/>
            </a:solidFill>
          </a:ln>
        </p:spPr>
        <p:txBody>
          <a:bodyPr wrap="square" lIns="0" tIns="0" rIns="0" bIns="0" rtlCol="0" anchor="ctr"/>
          <a:lstStyle/>
          <a:p>
            <a:pPr marL="0" indent="0" algn="ctr">
              <a:buNone/>
            </a:pPr>
            <a:r>
              <a:rPr lang="en-US" sz="1500" b="1" dirty="0">
                <a:solidFill>
                  <a:schemeClr val="tx1"/>
                </a:solidFill>
              </a:rPr>
              <a:t>82</a:t>
            </a:r>
            <a:endParaRPr lang="en-US" sz="1500" dirty="0"/>
          </a:p>
        </p:txBody>
      </p:sp>
      <p:sp>
        <p:nvSpPr>
          <p:cNvPr id="33" name="Shape 30"/>
          <p:cNvSpPr/>
          <p:nvPr/>
        </p:nvSpPr>
        <p:spPr>
          <a:xfrm>
            <a:off x="3497580" y="3611880"/>
            <a:ext cx="1005840" cy="411480"/>
          </a:xfrm>
          <a:prstGeom prst="rect">
            <a:avLst/>
          </a:prstGeom>
          <a:solidFill>
            <a:schemeClr val="bg1">
              <a:alpha val="0"/>
            </a:schemeClr>
          </a:solidFill>
          <a:ln w="22225">
            <a:solidFill>
              <a:schemeClr val="tx1"/>
            </a:solidFill>
            <a:prstDash val="solid"/>
          </a:ln>
        </p:spPr>
      </p:sp>
      <p:sp>
        <p:nvSpPr>
          <p:cNvPr id="34" name="cell-3-0-10"/>
          <p:cNvSpPr txBox="1"/>
          <p:nvPr/>
        </p:nvSpPr>
        <p:spPr>
          <a:xfrm>
            <a:off x="4777740" y="3611880"/>
            <a:ext cx="502920" cy="411480"/>
          </a:xfrm>
          <a:prstGeom prst="rect">
            <a:avLst/>
          </a:prstGeom>
          <a:solidFill>
            <a:schemeClr val="accent1"/>
          </a:solidFill>
          <a:ln w="12700">
            <a:solidFill>
              <a:schemeClr val="bg1"/>
            </a:solidFill>
          </a:ln>
        </p:spPr>
        <p:txBody>
          <a:bodyPr wrap="square" lIns="0" tIns="0" rIns="0" bIns="0" rtlCol="0" anchor="ctr"/>
          <a:lstStyle/>
          <a:p>
            <a:pPr marL="0" indent="0" algn="ctr">
              <a:buNone/>
            </a:pPr>
            <a:r>
              <a:rPr lang="en-US" sz="1500" b="1" dirty="0">
                <a:solidFill>
                  <a:schemeClr val="tx1"/>
                </a:solidFill>
              </a:rPr>
              <a:t>10</a:t>
            </a:r>
            <a:endParaRPr lang="en-US" sz="1500" dirty="0"/>
          </a:p>
        </p:txBody>
      </p:sp>
      <p:sp>
        <p:nvSpPr>
          <p:cNvPr id="35" name="Shape 32"/>
          <p:cNvSpPr/>
          <p:nvPr/>
        </p:nvSpPr>
        <p:spPr>
          <a:xfrm>
            <a:off x="4777740" y="3611880"/>
            <a:ext cx="502920" cy="411480"/>
          </a:xfrm>
          <a:prstGeom prst="rect">
            <a:avLst/>
          </a:prstGeom>
          <a:solidFill>
            <a:schemeClr val="bg1">
              <a:alpha val="0"/>
            </a:schemeClr>
          </a:solidFill>
          <a:ln w="22225">
            <a:solidFill>
              <a:schemeClr val="tx1"/>
            </a:solidFill>
            <a:prstDash val="solid"/>
          </a:ln>
        </p:spPr>
      </p:sp>
      <p:sp>
        <p:nvSpPr>
          <p:cNvPr id="36" name="cell-0-0-38"/>
          <p:cNvSpPr txBox="1"/>
          <p:nvPr/>
        </p:nvSpPr>
        <p:spPr>
          <a:xfrm>
            <a:off x="937260" y="4572000"/>
            <a:ext cx="502920" cy="411480"/>
          </a:xfrm>
          <a:prstGeom prst="rect">
            <a:avLst/>
          </a:prstGeom>
          <a:solidFill>
            <a:schemeClr val="accent5"/>
          </a:solidFill>
          <a:ln w="12700">
            <a:solidFill>
              <a:schemeClr val="bg1"/>
            </a:solidFill>
          </a:ln>
        </p:spPr>
        <p:txBody>
          <a:bodyPr wrap="square" lIns="0" tIns="0" rIns="0" bIns="0" rtlCol="0" anchor="ctr"/>
          <a:lstStyle/>
          <a:p>
            <a:pPr marL="0" indent="0" algn="ctr">
              <a:buNone/>
            </a:pPr>
            <a:r>
              <a:rPr lang="en-US" sz="1500" b="1" dirty="0">
                <a:solidFill>
                  <a:schemeClr val="tx1"/>
                </a:solidFill>
              </a:rPr>
              <a:t>38</a:t>
            </a:r>
            <a:endParaRPr lang="en-US" sz="1500" dirty="0"/>
          </a:p>
        </p:txBody>
      </p:sp>
      <p:sp>
        <p:nvSpPr>
          <p:cNvPr id="37" name="Shape 34"/>
          <p:cNvSpPr/>
          <p:nvPr/>
        </p:nvSpPr>
        <p:spPr>
          <a:xfrm>
            <a:off x="937260" y="4572000"/>
            <a:ext cx="502920" cy="411480"/>
          </a:xfrm>
          <a:prstGeom prst="rect">
            <a:avLst/>
          </a:prstGeom>
          <a:solidFill>
            <a:schemeClr val="bg1">
              <a:alpha val="0"/>
            </a:schemeClr>
          </a:solidFill>
          <a:ln w="22225">
            <a:solidFill>
              <a:schemeClr val="tx1"/>
            </a:solidFill>
            <a:prstDash val="solid"/>
          </a:ln>
        </p:spPr>
      </p:sp>
      <p:sp>
        <p:nvSpPr>
          <p:cNvPr id="38" name="cell-1-0-27"/>
          <p:cNvSpPr txBox="1"/>
          <p:nvPr/>
        </p:nvSpPr>
        <p:spPr>
          <a:xfrm>
            <a:off x="1577340" y="4572000"/>
            <a:ext cx="502920" cy="411480"/>
          </a:xfrm>
          <a:prstGeom prst="rect">
            <a:avLst/>
          </a:prstGeom>
          <a:solidFill>
            <a:schemeClr val="accent5"/>
          </a:solidFill>
          <a:ln w="12700">
            <a:solidFill>
              <a:schemeClr val="bg1"/>
            </a:solidFill>
          </a:ln>
        </p:spPr>
        <p:txBody>
          <a:bodyPr wrap="square" lIns="0" tIns="0" rIns="0" bIns="0" rtlCol="0" anchor="ctr"/>
          <a:lstStyle/>
          <a:p>
            <a:pPr marL="0" indent="0" algn="ctr">
              <a:buNone/>
            </a:pPr>
            <a:r>
              <a:rPr lang="en-US" sz="1500" b="1" dirty="0">
                <a:solidFill>
                  <a:schemeClr val="tx1"/>
                </a:solidFill>
              </a:rPr>
              <a:t>27</a:t>
            </a:r>
            <a:endParaRPr lang="en-US" sz="1500" dirty="0"/>
          </a:p>
        </p:txBody>
      </p:sp>
      <p:sp>
        <p:nvSpPr>
          <p:cNvPr id="39" name="Shape 36"/>
          <p:cNvSpPr/>
          <p:nvPr/>
        </p:nvSpPr>
        <p:spPr>
          <a:xfrm>
            <a:off x="1577340" y="4572000"/>
            <a:ext cx="502920" cy="411480"/>
          </a:xfrm>
          <a:prstGeom prst="rect">
            <a:avLst/>
          </a:prstGeom>
          <a:solidFill>
            <a:schemeClr val="bg1">
              <a:alpha val="0"/>
            </a:schemeClr>
          </a:solidFill>
          <a:ln w="22225">
            <a:solidFill>
              <a:schemeClr val="tx1"/>
            </a:solidFill>
            <a:prstDash val="solid"/>
          </a:ln>
        </p:spPr>
      </p:sp>
      <p:sp>
        <p:nvSpPr>
          <p:cNvPr id="40" name="cell-2-0-43"/>
          <p:cNvSpPr txBox="1"/>
          <p:nvPr/>
        </p:nvSpPr>
        <p:spPr>
          <a:xfrm>
            <a:off x="2217420" y="4572000"/>
            <a:ext cx="502920" cy="411480"/>
          </a:xfrm>
          <a:prstGeom prst="rect">
            <a:avLst/>
          </a:prstGeom>
          <a:solidFill>
            <a:schemeClr val="accent5"/>
          </a:solidFill>
          <a:ln w="12700">
            <a:solidFill>
              <a:schemeClr val="bg1"/>
            </a:solidFill>
          </a:ln>
        </p:spPr>
        <p:txBody>
          <a:bodyPr wrap="square" lIns="0" tIns="0" rIns="0" bIns="0" rtlCol="0" anchor="ctr"/>
          <a:lstStyle/>
          <a:p>
            <a:pPr marL="0" indent="0" algn="ctr">
              <a:buNone/>
            </a:pPr>
            <a:r>
              <a:rPr lang="en-US" sz="1500" b="1" dirty="0">
                <a:solidFill>
                  <a:schemeClr val="tx1"/>
                </a:solidFill>
              </a:rPr>
              <a:t>43</a:t>
            </a:r>
            <a:endParaRPr lang="en-US" sz="1500" dirty="0"/>
          </a:p>
        </p:txBody>
      </p:sp>
      <p:sp>
        <p:nvSpPr>
          <p:cNvPr id="41" name="Shape 38"/>
          <p:cNvSpPr/>
          <p:nvPr/>
        </p:nvSpPr>
        <p:spPr>
          <a:xfrm>
            <a:off x="2217420" y="4572000"/>
            <a:ext cx="502920" cy="411480"/>
          </a:xfrm>
          <a:prstGeom prst="rect">
            <a:avLst/>
          </a:prstGeom>
          <a:solidFill>
            <a:schemeClr val="bg1">
              <a:alpha val="0"/>
            </a:schemeClr>
          </a:solidFill>
          <a:ln w="22225">
            <a:solidFill>
              <a:schemeClr val="tx1"/>
            </a:solidFill>
            <a:prstDash val="solid"/>
          </a:ln>
        </p:spPr>
      </p:sp>
      <p:sp>
        <p:nvSpPr>
          <p:cNvPr id="42" name="cell-3-0-3"/>
          <p:cNvSpPr txBox="1"/>
          <p:nvPr/>
        </p:nvSpPr>
        <p:spPr>
          <a:xfrm>
            <a:off x="2857500" y="4572000"/>
            <a:ext cx="502920" cy="411480"/>
          </a:xfrm>
          <a:prstGeom prst="rect">
            <a:avLst/>
          </a:prstGeom>
          <a:solidFill>
            <a:schemeClr val="accent5"/>
          </a:solidFill>
          <a:ln w="12700">
            <a:solidFill>
              <a:schemeClr val="bg1"/>
            </a:solidFill>
          </a:ln>
        </p:spPr>
        <p:txBody>
          <a:bodyPr wrap="square" lIns="0" tIns="0" rIns="0" bIns="0" rtlCol="0" anchor="ctr"/>
          <a:lstStyle/>
          <a:p>
            <a:pPr marL="0" indent="0" algn="ctr">
              <a:buNone/>
            </a:pPr>
            <a:r>
              <a:rPr lang="en-US" sz="1500" b="1" dirty="0">
                <a:solidFill>
                  <a:schemeClr val="tx1"/>
                </a:solidFill>
              </a:rPr>
              <a:t>3</a:t>
            </a:r>
            <a:endParaRPr lang="en-US" sz="1500" dirty="0"/>
          </a:p>
        </p:txBody>
      </p:sp>
      <p:sp>
        <p:nvSpPr>
          <p:cNvPr id="43" name="Shape 40"/>
          <p:cNvSpPr/>
          <p:nvPr/>
        </p:nvSpPr>
        <p:spPr>
          <a:xfrm>
            <a:off x="2857500" y="4572000"/>
            <a:ext cx="502920" cy="411480"/>
          </a:xfrm>
          <a:prstGeom prst="rect">
            <a:avLst/>
          </a:prstGeom>
          <a:solidFill>
            <a:schemeClr val="bg1">
              <a:alpha val="0"/>
            </a:schemeClr>
          </a:solidFill>
          <a:ln w="22225">
            <a:solidFill>
              <a:schemeClr val="tx1"/>
            </a:solidFill>
            <a:prstDash val="solid"/>
          </a:ln>
        </p:spPr>
      </p:sp>
      <p:sp>
        <p:nvSpPr>
          <p:cNvPr id="44" name="cell-4-0-9"/>
          <p:cNvSpPr txBox="1"/>
          <p:nvPr/>
        </p:nvSpPr>
        <p:spPr>
          <a:xfrm>
            <a:off x="3497580" y="4572000"/>
            <a:ext cx="502920" cy="411480"/>
          </a:xfrm>
          <a:prstGeom prst="rect">
            <a:avLst/>
          </a:prstGeom>
          <a:solidFill>
            <a:schemeClr val="accent5"/>
          </a:solidFill>
          <a:ln w="12700">
            <a:solidFill>
              <a:schemeClr val="bg1"/>
            </a:solidFill>
          </a:ln>
        </p:spPr>
        <p:txBody>
          <a:bodyPr wrap="square" lIns="0" tIns="0" rIns="0" bIns="0" rtlCol="0" anchor="ctr"/>
          <a:lstStyle/>
          <a:p>
            <a:pPr marL="0" indent="0" algn="ctr">
              <a:buNone/>
            </a:pPr>
            <a:r>
              <a:rPr lang="en-US" sz="1500" b="1" dirty="0">
                <a:solidFill>
                  <a:schemeClr val="tx1"/>
                </a:solidFill>
              </a:rPr>
              <a:t>9</a:t>
            </a:r>
            <a:endParaRPr lang="en-US" sz="1500" dirty="0"/>
          </a:p>
        </p:txBody>
      </p:sp>
      <p:sp>
        <p:nvSpPr>
          <p:cNvPr id="45" name="Shape 42"/>
          <p:cNvSpPr/>
          <p:nvPr/>
        </p:nvSpPr>
        <p:spPr>
          <a:xfrm>
            <a:off x="3497580" y="4572000"/>
            <a:ext cx="502920" cy="411480"/>
          </a:xfrm>
          <a:prstGeom prst="rect">
            <a:avLst/>
          </a:prstGeom>
          <a:solidFill>
            <a:schemeClr val="bg1">
              <a:alpha val="0"/>
            </a:schemeClr>
          </a:solidFill>
          <a:ln w="22225">
            <a:solidFill>
              <a:schemeClr val="tx1"/>
            </a:solidFill>
            <a:prstDash val="solid"/>
          </a:ln>
        </p:spPr>
      </p:sp>
      <p:sp>
        <p:nvSpPr>
          <p:cNvPr id="46" name="cell-5-0-82"/>
          <p:cNvSpPr txBox="1"/>
          <p:nvPr/>
        </p:nvSpPr>
        <p:spPr>
          <a:xfrm>
            <a:off x="4137660" y="4572000"/>
            <a:ext cx="502920" cy="411480"/>
          </a:xfrm>
          <a:prstGeom prst="rect">
            <a:avLst/>
          </a:prstGeom>
          <a:solidFill>
            <a:schemeClr val="accent5"/>
          </a:solidFill>
          <a:ln w="12700">
            <a:solidFill>
              <a:schemeClr val="bg1"/>
            </a:solidFill>
          </a:ln>
        </p:spPr>
        <p:txBody>
          <a:bodyPr wrap="square" lIns="0" tIns="0" rIns="0" bIns="0" rtlCol="0" anchor="ctr"/>
          <a:lstStyle/>
          <a:p>
            <a:pPr marL="0" indent="0" algn="ctr">
              <a:buNone/>
            </a:pPr>
            <a:r>
              <a:rPr lang="en-US" sz="1500" b="1" dirty="0">
                <a:solidFill>
                  <a:schemeClr val="tx1"/>
                </a:solidFill>
              </a:rPr>
              <a:t>82</a:t>
            </a:r>
            <a:endParaRPr lang="en-US" sz="1500" dirty="0"/>
          </a:p>
        </p:txBody>
      </p:sp>
      <p:sp>
        <p:nvSpPr>
          <p:cNvPr id="47" name="Shape 44"/>
          <p:cNvSpPr/>
          <p:nvPr/>
        </p:nvSpPr>
        <p:spPr>
          <a:xfrm>
            <a:off x="4137660" y="4572000"/>
            <a:ext cx="502920" cy="411480"/>
          </a:xfrm>
          <a:prstGeom prst="rect">
            <a:avLst/>
          </a:prstGeom>
          <a:solidFill>
            <a:schemeClr val="bg1">
              <a:alpha val="0"/>
            </a:schemeClr>
          </a:solidFill>
          <a:ln w="22225">
            <a:solidFill>
              <a:schemeClr val="tx1"/>
            </a:solidFill>
            <a:prstDash val="solid"/>
          </a:ln>
        </p:spPr>
      </p:sp>
      <p:sp>
        <p:nvSpPr>
          <p:cNvPr id="48" name="cell-6-0-10"/>
          <p:cNvSpPr txBox="1"/>
          <p:nvPr/>
        </p:nvSpPr>
        <p:spPr>
          <a:xfrm>
            <a:off x="4777740" y="4572000"/>
            <a:ext cx="502920" cy="411480"/>
          </a:xfrm>
          <a:prstGeom prst="rect">
            <a:avLst/>
          </a:prstGeom>
          <a:solidFill>
            <a:schemeClr val="accent5"/>
          </a:solidFill>
          <a:ln w="12700">
            <a:solidFill>
              <a:schemeClr val="bg1"/>
            </a:solidFill>
          </a:ln>
        </p:spPr>
        <p:txBody>
          <a:bodyPr wrap="square" lIns="0" tIns="0" rIns="0" bIns="0" rtlCol="0" anchor="ctr"/>
          <a:lstStyle/>
          <a:p>
            <a:pPr marL="0" indent="0" algn="ctr">
              <a:buNone/>
            </a:pPr>
            <a:r>
              <a:rPr lang="en-US" sz="1500" b="1" dirty="0">
                <a:solidFill>
                  <a:schemeClr val="tx1"/>
                </a:solidFill>
              </a:rPr>
              <a:t>10</a:t>
            </a:r>
            <a:endParaRPr lang="en-US" sz="1500" dirty="0"/>
          </a:p>
        </p:txBody>
      </p:sp>
      <p:sp>
        <p:nvSpPr>
          <p:cNvPr id="49" name="Shape 46"/>
          <p:cNvSpPr/>
          <p:nvPr/>
        </p:nvSpPr>
        <p:spPr>
          <a:xfrm>
            <a:off x="4777740" y="4572000"/>
            <a:ext cx="502920" cy="411480"/>
          </a:xfrm>
          <a:prstGeom prst="rect">
            <a:avLst/>
          </a:prstGeom>
          <a:solidFill>
            <a:schemeClr val="bg1">
              <a:alpha val="0"/>
            </a:schemeClr>
          </a:solidFill>
          <a:ln w="22225">
            <a:solidFill>
              <a:schemeClr val="tx1"/>
            </a:solidFill>
            <a:prstDash val="solid"/>
          </a:ln>
        </p:spPr>
      </p:sp>
      <p:sp>
        <p:nvSpPr>
          <p:cNvPr id="50" name="Shape 47"/>
          <p:cNvSpPr/>
          <p:nvPr/>
        </p:nvSpPr>
        <p:spPr>
          <a:xfrm flipH="1">
            <a:off x="2171700" y="2103120"/>
            <a:ext cx="937260" cy="548640"/>
          </a:xfrm>
          <a:prstGeom prst="line">
            <a:avLst/>
          </a:prstGeom>
          <a:noFill/>
          <a:ln w="19050">
            <a:solidFill>
              <a:schemeClr val="tx2"/>
            </a:solidFill>
            <a:prstDash val="solid"/>
            <a:tailEnd type="triangle"/>
          </a:ln>
        </p:spPr>
      </p:sp>
      <p:sp>
        <p:nvSpPr>
          <p:cNvPr id="51" name="Shape 48"/>
          <p:cNvSpPr/>
          <p:nvPr/>
        </p:nvSpPr>
        <p:spPr>
          <a:xfrm>
            <a:off x="3108960" y="2103120"/>
            <a:ext cx="1188720" cy="548640"/>
          </a:xfrm>
          <a:prstGeom prst="line">
            <a:avLst/>
          </a:prstGeom>
          <a:noFill/>
          <a:ln w="19050">
            <a:solidFill>
              <a:schemeClr val="tx2"/>
            </a:solidFill>
            <a:prstDash val="solid"/>
            <a:tailEnd type="triangle"/>
          </a:ln>
        </p:spPr>
      </p:sp>
      <p:sp>
        <p:nvSpPr>
          <p:cNvPr id="52" name="Shape 49"/>
          <p:cNvSpPr/>
          <p:nvPr/>
        </p:nvSpPr>
        <p:spPr>
          <a:xfrm flipH="1">
            <a:off x="1440180" y="3063240"/>
            <a:ext cx="731520" cy="548640"/>
          </a:xfrm>
          <a:prstGeom prst="line">
            <a:avLst/>
          </a:prstGeom>
          <a:noFill/>
          <a:ln w="19050">
            <a:solidFill>
              <a:schemeClr val="tx2"/>
            </a:solidFill>
            <a:prstDash val="solid"/>
            <a:tailEnd type="triangle"/>
          </a:ln>
        </p:spPr>
      </p:sp>
      <p:sp>
        <p:nvSpPr>
          <p:cNvPr id="53" name="Shape 50"/>
          <p:cNvSpPr/>
          <p:nvPr/>
        </p:nvSpPr>
        <p:spPr>
          <a:xfrm>
            <a:off x="2171700" y="3063240"/>
            <a:ext cx="548640" cy="548640"/>
          </a:xfrm>
          <a:prstGeom prst="line">
            <a:avLst/>
          </a:prstGeom>
          <a:noFill/>
          <a:ln w="19050">
            <a:solidFill>
              <a:schemeClr val="tx2"/>
            </a:solidFill>
            <a:prstDash val="solid"/>
            <a:tailEnd type="triangle"/>
          </a:ln>
        </p:spPr>
      </p:sp>
      <p:sp>
        <p:nvSpPr>
          <p:cNvPr id="54" name="Shape 51"/>
          <p:cNvSpPr/>
          <p:nvPr/>
        </p:nvSpPr>
        <p:spPr>
          <a:xfrm flipH="1">
            <a:off x="4000500" y="3063240"/>
            <a:ext cx="297180" cy="548640"/>
          </a:xfrm>
          <a:prstGeom prst="line">
            <a:avLst/>
          </a:prstGeom>
          <a:noFill/>
          <a:ln w="19050">
            <a:solidFill>
              <a:schemeClr val="tx2"/>
            </a:solidFill>
            <a:prstDash val="solid"/>
            <a:tailEnd type="triangle"/>
          </a:ln>
        </p:spPr>
      </p:sp>
      <p:sp>
        <p:nvSpPr>
          <p:cNvPr id="55" name="Shape 52"/>
          <p:cNvSpPr/>
          <p:nvPr/>
        </p:nvSpPr>
        <p:spPr>
          <a:xfrm>
            <a:off x="4297680" y="3063240"/>
            <a:ext cx="731520" cy="548640"/>
          </a:xfrm>
          <a:prstGeom prst="line">
            <a:avLst/>
          </a:prstGeom>
          <a:noFill/>
          <a:ln w="19050">
            <a:solidFill>
              <a:schemeClr val="tx2"/>
            </a:solidFill>
            <a:prstDash val="solid"/>
            <a:tailEnd type="triangle"/>
          </a:ln>
        </p:spPr>
      </p:sp>
      <p:sp>
        <p:nvSpPr>
          <p:cNvPr id="56" name="Shape 53"/>
          <p:cNvSpPr/>
          <p:nvPr/>
        </p:nvSpPr>
        <p:spPr>
          <a:xfrm flipH="1">
            <a:off x="1188720" y="4023360"/>
            <a:ext cx="251460" cy="548640"/>
          </a:xfrm>
          <a:prstGeom prst="line">
            <a:avLst/>
          </a:prstGeom>
          <a:noFill/>
          <a:ln w="19050">
            <a:solidFill>
              <a:schemeClr val="tx2"/>
            </a:solidFill>
            <a:prstDash val="solid"/>
            <a:tailEnd type="triangle"/>
          </a:ln>
        </p:spPr>
      </p:sp>
      <p:sp>
        <p:nvSpPr>
          <p:cNvPr id="57" name="Shape 54"/>
          <p:cNvSpPr/>
          <p:nvPr/>
        </p:nvSpPr>
        <p:spPr>
          <a:xfrm>
            <a:off x="1440180" y="4023360"/>
            <a:ext cx="388620" cy="548640"/>
          </a:xfrm>
          <a:prstGeom prst="line">
            <a:avLst/>
          </a:prstGeom>
          <a:noFill/>
          <a:ln w="19050">
            <a:solidFill>
              <a:schemeClr val="tx2"/>
            </a:solidFill>
            <a:prstDash val="solid"/>
            <a:tailEnd type="triangle"/>
          </a:ln>
        </p:spPr>
      </p:sp>
      <p:sp>
        <p:nvSpPr>
          <p:cNvPr id="58" name="Shape 55"/>
          <p:cNvSpPr/>
          <p:nvPr/>
        </p:nvSpPr>
        <p:spPr>
          <a:xfrm flipH="1">
            <a:off x="2468880" y="4023360"/>
            <a:ext cx="251460" cy="548640"/>
          </a:xfrm>
          <a:prstGeom prst="line">
            <a:avLst/>
          </a:prstGeom>
          <a:noFill/>
          <a:ln w="19050">
            <a:solidFill>
              <a:schemeClr val="tx2"/>
            </a:solidFill>
            <a:prstDash val="solid"/>
            <a:tailEnd type="triangle"/>
          </a:ln>
        </p:spPr>
      </p:sp>
      <p:sp>
        <p:nvSpPr>
          <p:cNvPr id="59" name="Shape 56"/>
          <p:cNvSpPr/>
          <p:nvPr/>
        </p:nvSpPr>
        <p:spPr>
          <a:xfrm>
            <a:off x="2720340" y="4023360"/>
            <a:ext cx="388620" cy="548640"/>
          </a:xfrm>
          <a:prstGeom prst="line">
            <a:avLst/>
          </a:prstGeom>
          <a:noFill/>
          <a:ln w="19050">
            <a:solidFill>
              <a:schemeClr val="tx2"/>
            </a:solidFill>
            <a:prstDash val="solid"/>
            <a:tailEnd type="triangle"/>
          </a:ln>
        </p:spPr>
      </p:sp>
      <p:sp>
        <p:nvSpPr>
          <p:cNvPr id="60" name="Shape 57"/>
          <p:cNvSpPr/>
          <p:nvPr/>
        </p:nvSpPr>
        <p:spPr>
          <a:xfrm flipH="1">
            <a:off x="3749040" y="4023360"/>
            <a:ext cx="251460" cy="548640"/>
          </a:xfrm>
          <a:prstGeom prst="line">
            <a:avLst/>
          </a:prstGeom>
          <a:noFill/>
          <a:ln w="19050">
            <a:solidFill>
              <a:schemeClr val="tx2"/>
            </a:solidFill>
            <a:prstDash val="solid"/>
            <a:tailEnd type="triangle"/>
          </a:ln>
        </p:spPr>
      </p:sp>
      <p:sp>
        <p:nvSpPr>
          <p:cNvPr id="61" name="Shape 58"/>
          <p:cNvSpPr/>
          <p:nvPr/>
        </p:nvSpPr>
        <p:spPr>
          <a:xfrm>
            <a:off x="4000500" y="4023360"/>
            <a:ext cx="388620" cy="548640"/>
          </a:xfrm>
          <a:prstGeom prst="line">
            <a:avLst/>
          </a:prstGeom>
          <a:noFill/>
          <a:ln w="19050">
            <a:solidFill>
              <a:schemeClr val="tx2"/>
            </a:solidFill>
            <a:prstDash val="solid"/>
            <a:tailEnd type="triangle"/>
          </a:ln>
        </p:spPr>
      </p:sp>
      <p:sp>
        <p:nvSpPr>
          <p:cNvPr id="62" name="Shape 59"/>
          <p:cNvSpPr/>
          <p:nvPr/>
        </p:nvSpPr>
        <p:spPr>
          <a:xfrm>
            <a:off x="5029200" y="4023360"/>
            <a:ext cx="0" cy="548640"/>
          </a:xfrm>
          <a:prstGeom prst="line">
            <a:avLst/>
          </a:prstGeom>
          <a:noFill/>
          <a:ln w="19050">
            <a:solidFill>
              <a:schemeClr val="tx2"/>
            </a:solidFill>
            <a:prstDash val="solid"/>
            <a:tailEnd type="triangle"/>
          </a:ln>
        </p:spPr>
      </p:sp>
      <p:sp>
        <p:nvSpPr>
          <p:cNvPr id="63" name="cell-0-0-38"/>
          <p:cNvSpPr txBox="1"/>
          <p:nvPr/>
        </p:nvSpPr>
        <p:spPr>
          <a:xfrm>
            <a:off x="6908292" y="4572000"/>
            <a:ext cx="502920" cy="411480"/>
          </a:xfrm>
          <a:prstGeom prst="rect">
            <a:avLst/>
          </a:prstGeom>
          <a:solidFill>
            <a:schemeClr val="accent5"/>
          </a:solidFill>
          <a:ln w="12700">
            <a:solidFill>
              <a:schemeClr val="bg1"/>
            </a:solidFill>
          </a:ln>
        </p:spPr>
        <p:txBody>
          <a:bodyPr wrap="square" lIns="0" tIns="0" rIns="0" bIns="0" rtlCol="0" anchor="ctr"/>
          <a:lstStyle/>
          <a:p>
            <a:pPr marL="0" indent="0" algn="ctr">
              <a:buNone/>
            </a:pPr>
            <a:r>
              <a:rPr lang="en-US" sz="1500" b="1" dirty="0">
                <a:solidFill>
                  <a:schemeClr val="tx1"/>
                </a:solidFill>
              </a:rPr>
              <a:t>38</a:t>
            </a:r>
            <a:endParaRPr lang="en-US" sz="1500" dirty="0"/>
          </a:p>
        </p:txBody>
      </p:sp>
      <p:sp>
        <p:nvSpPr>
          <p:cNvPr id="64" name="Shape 61"/>
          <p:cNvSpPr/>
          <p:nvPr/>
        </p:nvSpPr>
        <p:spPr>
          <a:xfrm>
            <a:off x="6908292" y="4572000"/>
            <a:ext cx="502920" cy="411480"/>
          </a:xfrm>
          <a:prstGeom prst="rect">
            <a:avLst/>
          </a:prstGeom>
          <a:solidFill>
            <a:schemeClr val="bg1">
              <a:alpha val="0"/>
            </a:schemeClr>
          </a:solidFill>
          <a:ln w="22225">
            <a:solidFill>
              <a:schemeClr val="tx1"/>
            </a:solidFill>
            <a:prstDash val="solid"/>
          </a:ln>
        </p:spPr>
      </p:sp>
      <p:sp>
        <p:nvSpPr>
          <p:cNvPr id="65" name="cell-1-0-27"/>
          <p:cNvSpPr txBox="1"/>
          <p:nvPr/>
        </p:nvSpPr>
        <p:spPr>
          <a:xfrm>
            <a:off x="7548372" y="4572000"/>
            <a:ext cx="502920" cy="411480"/>
          </a:xfrm>
          <a:prstGeom prst="rect">
            <a:avLst/>
          </a:prstGeom>
          <a:solidFill>
            <a:schemeClr val="accent5"/>
          </a:solidFill>
          <a:ln w="12700">
            <a:solidFill>
              <a:schemeClr val="bg1"/>
            </a:solidFill>
          </a:ln>
        </p:spPr>
        <p:txBody>
          <a:bodyPr wrap="square" lIns="0" tIns="0" rIns="0" bIns="0" rtlCol="0" anchor="ctr"/>
          <a:lstStyle/>
          <a:p>
            <a:pPr marL="0" indent="0" algn="ctr">
              <a:buNone/>
            </a:pPr>
            <a:r>
              <a:rPr lang="en-US" sz="1500" b="1" dirty="0">
                <a:solidFill>
                  <a:schemeClr val="tx1"/>
                </a:solidFill>
              </a:rPr>
              <a:t>27</a:t>
            </a:r>
            <a:endParaRPr lang="en-US" sz="1500" dirty="0"/>
          </a:p>
        </p:txBody>
      </p:sp>
      <p:sp>
        <p:nvSpPr>
          <p:cNvPr id="66" name="Shape 63"/>
          <p:cNvSpPr/>
          <p:nvPr/>
        </p:nvSpPr>
        <p:spPr>
          <a:xfrm>
            <a:off x="7548372" y="4572000"/>
            <a:ext cx="502920" cy="411480"/>
          </a:xfrm>
          <a:prstGeom prst="rect">
            <a:avLst/>
          </a:prstGeom>
          <a:solidFill>
            <a:schemeClr val="bg1">
              <a:alpha val="0"/>
            </a:schemeClr>
          </a:solidFill>
          <a:ln w="22225">
            <a:solidFill>
              <a:schemeClr val="tx1"/>
            </a:solidFill>
            <a:prstDash val="solid"/>
          </a:ln>
        </p:spPr>
      </p:sp>
      <p:sp>
        <p:nvSpPr>
          <p:cNvPr id="67" name="cell-2-0-43"/>
          <p:cNvSpPr txBox="1"/>
          <p:nvPr/>
        </p:nvSpPr>
        <p:spPr>
          <a:xfrm>
            <a:off x="8188452" y="4572000"/>
            <a:ext cx="502920" cy="411480"/>
          </a:xfrm>
          <a:prstGeom prst="rect">
            <a:avLst/>
          </a:prstGeom>
          <a:solidFill>
            <a:schemeClr val="accent5"/>
          </a:solidFill>
          <a:ln w="12700">
            <a:solidFill>
              <a:schemeClr val="bg1"/>
            </a:solidFill>
          </a:ln>
        </p:spPr>
        <p:txBody>
          <a:bodyPr wrap="square" lIns="0" tIns="0" rIns="0" bIns="0" rtlCol="0" anchor="ctr"/>
          <a:lstStyle/>
          <a:p>
            <a:pPr marL="0" indent="0" algn="ctr">
              <a:buNone/>
            </a:pPr>
            <a:r>
              <a:rPr lang="en-US" sz="1500" b="1" dirty="0">
                <a:solidFill>
                  <a:schemeClr val="tx1"/>
                </a:solidFill>
              </a:rPr>
              <a:t>43</a:t>
            </a:r>
            <a:endParaRPr lang="en-US" sz="1500" dirty="0"/>
          </a:p>
        </p:txBody>
      </p:sp>
      <p:sp>
        <p:nvSpPr>
          <p:cNvPr id="68" name="Shape 65"/>
          <p:cNvSpPr/>
          <p:nvPr/>
        </p:nvSpPr>
        <p:spPr>
          <a:xfrm>
            <a:off x="8188452" y="4572000"/>
            <a:ext cx="502920" cy="411480"/>
          </a:xfrm>
          <a:prstGeom prst="rect">
            <a:avLst/>
          </a:prstGeom>
          <a:solidFill>
            <a:schemeClr val="bg1">
              <a:alpha val="0"/>
            </a:schemeClr>
          </a:solidFill>
          <a:ln w="22225">
            <a:solidFill>
              <a:schemeClr val="tx1"/>
            </a:solidFill>
            <a:prstDash val="solid"/>
          </a:ln>
        </p:spPr>
      </p:sp>
      <p:sp>
        <p:nvSpPr>
          <p:cNvPr id="69" name="cell-3-0-3"/>
          <p:cNvSpPr txBox="1"/>
          <p:nvPr/>
        </p:nvSpPr>
        <p:spPr>
          <a:xfrm>
            <a:off x="8828532" y="4572000"/>
            <a:ext cx="502920" cy="411480"/>
          </a:xfrm>
          <a:prstGeom prst="rect">
            <a:avLst/>
          </a:prstGeom>
          <a:solidFill>
            <a:schemeClr val="accent5"/>
          </a:solidFill>
          <a:ln w="12700">
            <a:solidFill>
              <a:schemeClr val="bg1"/>
            </a:solidFill>
          </a:ln>
        </p:spPr>
        <p:txBody>
          <a:bodyPr wrap="square" lIns="0" tIns="0" rIns="0" bIns="0" rtlCol="0" anchor="ctr"/>
          <a:lstStyle/>
          <a:p>
            <a:pPr marL="0" indent="0" algn="ctr">
              <a:buNone/>
            </a:pPr>
            <a:r>
              <a:rPr lang="en-US" sz="1500" b="1" dirty="0">
                <a:solidFill>
                  <a:schemeClr val="tx1"/>
                </a:solidFill>
              </a:rPr>
              <a:t>3</a:t>
            </a:r>
            <a:endParaRPr lang="en-US" sz="1500" dirty="0"/>
          </a:p>
        </p:txBody>
      </p:sp>
      <p:sp>
        <p:nvSpPr>
          <p:cNvPr id="70" name="Shape 67"/>
          <p:cNvSpPr/>
          <p:nvPr/>
        </p:nvSpPr>
        <p:spPr>
          <a:xfrm>
            <a:off x="8828532" y="4572000"/>
            <a:ext cx="502920" cy="411480"/>
          </a:xfrm>
          <a:prstGeom prst="rect">
            <a:avLst/>
          </a:prstGeom>
          <a:solidFill>
            <a:schemeClr val="bg1">
              <a:alpha val="0"/>
            </a:schemeClr>
          </a:solidFill>
          <a:ln w="22225">
            <a:solidFill>
              <a:schemeClr val="tx1"/>
            </a:solidFill>
            <a:prstDash val="solid"/>
          </a:ln>
        </p:spPr>
      </p:sp>
      <p:sp>
        <p:nvSpPr>
          <p:cNvPr id="71" name="cell-4-0-9"/>
          <p:cNvSpPr txBox="1"/>
          <p:nvPr/>
        </p:nvSpPr>
        <p:spPr>
          <a:xfrm>
            <a:off x="9468612" y="4572000"/>
            <a:ext cx="502920" cy="411480"/>
          </a:xfrm>
          <a:prstGeom prst="rect">
            <a:avLst/>
          </a:prstGeom>
          <a:solidFill>
            <a:schemeClr val="accent5"/>
          </a:solidFill>
          <a:ln w="12700">
            <a:solidFill>
              <a:schemeClr val="bg1"/>
            </a:solidFill>
          </a:ln>
        </p:spPr>
        <p:txBody>
          <a:bodyPr wrap="square" lIns="0" tIns="0" rIns="0" bIns="0" rtlCol="0" anchor="ctr"/>
          <a:lstStyle/>
          <a:p>
            <a:pPr marL="0" indent="0" algn="ctr">
              <a:buNone/>
            </a:pPr>
            <a:r>
              <a:rPr lang="en-US" sz="1500" b="1" dirty="0">
                <a:solidFill>
                  <a:schemeClr val="tx1"/>
                </a:solidFill>
              </a:rPr>
              <a:t>9</a:t>
            </a:r>
            <a:endParaRPr lang="en-US" sz="1500" dirty="0"/>
          </a:p>
        </p:txBody>
      </p:sp>
      <p:sp>
        <p:nvSpPr>
          <p:cNvPr id="72" name="Shape 69"/>
          <p:cNvSpPr/>
          <p:nvPr/>
        </p:nvSpPr>
        <p:spPr>
          <a:xfrm>
            <a:off x="9468612" y="4572000"/>
            <a:ext cx="502920" cy="411480"/>
          </a:xfrm>
          <a:prstGeom prst="rect">
            <a:avLst/>
          </a:prstGeom>
          <a:solidFill>
            <a:schemeClr val="bg1">
              <a:alpha val="0"/>
            </a:schemeClr>
          </a:solidFill>
          <a:ln w="22225">
            <a:solidFill>
              <a:schemeClr val="tx1"/>
            </a:solidFill>
            <a:prstDash val="solid"/>
          </a:ln>
        </p:spPr>
      </p:sp>
      <p:sp>
        <p:nvSpPr>
          <p:cNvPr id="73" name="cell-5-0-82"/>
          <p:cNvSpPr txBox="1"/>
          <p:nvPr/>
        </p:nvSpPr>
        <p:spPr>
          <a:xfrm>
            <a:off x="10108692" y="4572000"/>
            <a:ext cx="502920" cy="411480"/>
          </a:xfrm>
          <a:prstGeom prst="rect">
            <a:avLst/>
          </a:prstGeom>
          <a:solidFill>
            <a:schemeClr val="accent5"/>
          </a:solidFill>
          <a:ln w="12700">
            <a:solidFill>
              <a:schemeClr val="bg1"/>
            </a:solidFill>
          </a:ln>
        </p:spPr>
        <p:txBody>
          <a:bodyPr wrap="square" lIns="0" tIns="0" rIns="0" bIns="0" rtlCol="0" anchor="ctr"/>
          <a:lstStyle/>
          <a:p>
            <a:pPr marL="0" indent="0" algn="ctr">
              <a:buNone/>
            </a:pPr>
            <a:r>
              <a:rPr lang="en-US" sz="1500" b="1" dirty="0">
                <a:solidFill>
                  <a:schemeClr val="tx1"/>
                </a:solidFill>
              </a:rPr>
              <a:t>82</a:t>
            </a:r>
            <a:endParaRPr lang="en-US" sz="1500" dirty="0"/>
          </a:p>
        </p:txBody>
      </p:sp>
      <p:sp>
        <p:nvSpPr>
          <p:cNvPr id="74" name="Shape 71"/>
          <p:cNvSpPr/>
          <p:nvPr/>
        </p:nvSpPr>
        <p:spPr>
          <a:xfrm>
            <a:off x="10108692" y="4572000"/>
            <a:ext cx="502920" cy="411480"/>
          </a:xfrm>
          <a:prstGeom prst="rect">
            <a:avLst/>
          </a:prstGeom>
          <a:solidFill>
            <a:schemeClr val="bg1">
              <a:alpha val="0"/>
            </a:schemeClr>
          </a:solidFill>
          <a:ln w="22225">
            <a:solidFill>
              <a:schemeClr val="tx1"/>
            </a:solidFill>
            <a:prstDash val="solid"/>
          </a:ln>
        </p:spPr>
      </p:sp>
      <p:sp>
        <p:nvSpPr>
          <p:cNvPr id="75" name="cell-6-0-10"/>
          <p:cNvSpPr txBox="1"/>
          <p:nvPr/>
        </p:nvSpPr>
        <p:spPr>
          <a:xfrm>
            <a:off x="10748772" y="4572000"/>
            <a:ext cx="502920" cy="411480"/>
          </a:xfrm>
          <a:prstGeom prst="rect">
            <a:avLst/>
          </a:prstGeom>
          <a:solidFill>
            <a:schemeClr val="accent5"/>
          </a:solidFill>
          <a:ln w="12700">
            <a:solidFill>
              <a:schemeClr val="bg1"/>
            </a:solidFill>
          </a:ln>
        </p:spPr>
        <p:txBody>
          <a:bodyPr wrap="square" lIns="0" tIns="0" rIns="0" bIns="0" rtlCol="0" anchor="ctr"/>
          <a:lstStyle/>
          <a:p>
            <a:pPr marL="0" indent="0" algn="ctr">
              <a:buNone/>
            </a:pPr>
            <a:r>
              <a:rPr lang="en-US" sz="1500" b="1" dirty="0">
                <a:solidFill>
                  <a:schemeClr val="tx1"/>
                </a:solidFill>
              </a:rPr>
              <a:t>10</a:t>
            </a:r>
            <a:endParaRPr lang="en-US" sz="1500" dirty="0"/>
          </a:p>
        </p:txBody>
      </p:sp>
      <p:sp>
        <p:nvSpPr>
          <p:cNvPr id="76" name="Shape 73"/>
          <p:cNvSpPr/>
          <p:nvPr/>
        </p:nvSpPr>
        <p:spPr>
          <a:xfrm>
            <a:off x="10748772" y="4572000"/>
            <a:ext cx="502920" cy="411480"/>
          </a:xfrm>
          <a:prstGeom prst="rect">
            <a:avLst/>
          </a:prstGeom>
          <a:solidFill>
            <a:schemeClr val="bg1">
              <a:alpha val="0"/>
            </a:schemeClr>
          </a:solidFill>
          <a:ln w="22225">
            <a:solidFill>
              <a:schemeClr val="tx1"/>
            </a:solidFill>
            <a:prstDash val="solid"/>
          </a:ln>
        </p:spPr>
      </p:sp>
      <p:sp>
        <p:nvSpPr>
          <p:cNvPr id="77" name="cell-0-0-27"/>
          <p:cNvSpPr txBox="1"/>
          <p:nvPr/>
        </p:nvSpPr>
        <p:spPr>
          <a:xfrm>
            <a:off x="6908292" y="3611880"/>
            <a:ext cx="502920" cy="411480"/>
          </a:xfrm>
          <a:prstGeom prst="rect">
            <a:avLst/>
          </a:prstGeom>
          <a:solidFill>
            <a:schemeClr val="accent4"/>
          </a:solidFill>
          <a:ln w="12700">
            <a:solidFill>
              <a:schemeClr val="bg1"/>
            </a:solidFill>
          </a:ln>
        </p:spPr>
        <p:txBody>
          <a:bodyPr wrap="square" lIns="0" tIns="0" rIns="0" bIns="0" rtlCol="0" anchor="ctr"/>
          <a:lstStyle/>
          <a:p>
            <a:pPr marL="0" indent="0" algn="ctr">
              <a:buNone/>
            </a:pPr>
            <a:r>
              <a:rPr lang="en-US" sz="1500" b="1" dirty="0">
                <a:solidFill>
                  <a:schemeClr val="bg1"/>
                </a:solidFill>
              </a:rPr>
              <a:t>27</a:t>
            </a:r>
            <a:endParaRPr lang="en-US" sz="1500" dirty="0"/>
          </a:p>
        </p:txBody>
      </p:sp>
      <p:sp>
        <p:nvSpPr>
          <p:cNvPr id="78" name="cell-0-1-38"/>
          <p:cNvSpPr txBox="1"/>
          <p:nvPr/>
        </p:nvSpPr>
        <p:spPr>
          <a:xfrm>
            <a:off x="7411212" y="3611880"/>
            <a:ext cx="502920" cy="411480"/>
          </a:xfrm>
          <a:prstGeom prst="rect">
            <a:avLst/>
          </a:prstGeom>
          <a:solidFill>
            <a:schemeClr val="accent4"/>
          </a:solidFill>
          <a:ln w="12700">
            <a:solidFill>
              <a:schemeClr val="bg1"/>
            </a:solidFill>
          </a:ln>
        </p:spPr>
        <p:txBody>
          <a:bodyPr wrap="square" lIns="0" tIns="0" rIns="0" bIns="0" rtlCol="0" anchor="ctr"/>
          <a:lstStyle/>
          <a:p>
            <a:pPr marL="0" indent="0" algn="ctr">
              <a:buNone/>
            </a:pPr>
            <a:r>
              <a:rPr lang="en-US" sz="1500" b="1" dirty="0">
                <a:solidFill>
                  <a:schemeClr val="bg1"/>
                </a:solidFill>
              </a:rPr>
              <a:t>38</a:t>
            </a:r>
            <a:endParaRPr lang="en-US" sz="1500" dirty="0"/>
          </a:p>
        </p:txBody>
      </p:sp>
      <p:sp>
        <p:nvSpPr>
          <p:cNvPr id="79" name="Shape 76"/>
          <p:cNvSpPr/>
          <p:nvPr/>
        </p:nvSpPr>
        <p:spPr>
          <a:xfrm>
            <a:off x="6908292" y="3611880"/>
            <a:ext cx="1005840" cy="411480"/>
          </a:xfrm>
          <a:prstGeom prst="rect">
            <a:avLst/>
          </a:prstGeom>
          <a:solidFill>
            <a:schemeClr val="bg1">
              <a:alpha val="0"/>
            </a:schemeClr>
          </a:solidFill>
          <a:ln w="22225">
            <a:solidFill>
              <a:schemeClr val="tx1"/>
            </a:solidFill>
            <a:prstDash val="solid"/>
          </a:ln>
        </p:spPr>
      </p:sp>
      <p:sp>
        <p:nvSpPr>
          <p:cNvPr id="80" name="cell-1-0-3"/>
          <p:cNvSpPr txBox="1"/>
          <p:nvPr/>
        </p:nvSpPr>
        <p:spPr>
          <a:xfrm>
            <a:off x="8188452" y="3611880"/>
            <a:ext cx="502920" cy="411480"/>
          </a:xfrm>
          <a:prstGeom prst="rect">
            <a:avLst/>
          </a:prstGeom>
          <a:solidFill>
            <a:schemeClr val="accent4"/>
          </a:solidFill>
          <a:ln w="12700">
            <a:solidFill>
              <a:schemeClr val="bg1"/>
            </a:solidFill>
          </a:ln>
        </p:spPr>
        <p:txBody>
          <a:bodyPr wrap="square" lIns="0" tIns="0" rIns="0" bIns="0" rtlCol="0" anchor="ctr"/>
          <a:lstStyle/>
          <a:p>
            <a:pPr marL="0" indent="0" algn="ctr">
              <a:buNone/>
            </a:pPr>
            <a:r>
              <a:rPr lang="en-US" sz="1500" b="1" dirty="0">
                <a:solidFill>
                  <a:schemeClr val="bg1"/>
                </a:solidFill>
              </a:rPr>
              <a:t>3</a:t>
            </a:r>
            <a:endParaRPr lang="en-US" sz="1500" dirty="0"/>
          </a:p>
        </p:txBody>
      </p:sp>
      <p:sp>
        <p:nvSpPr>
          <p:cNvPr id="81" name="cell-1-1-43"/>
          <p:cNvSpPr txBox="1"/>
          <p:nvPr/>
        </p:nvSpPr>
        <p:spPr>
          <a:xfrm>
            <a:off x="8691372" y="3611880"/>
            <a:ext cx="502920" cy="411480"/>
          </a:xfrm>
          <a:prstGeom prst="rect">
            <a:avLst/>
          </a:prstGeom>
          <a:solidFill>
            <a:schemeClr val="accent4"/>
          </a:solidFill>
          <a:ln w="12700">
            <a:solidFill>
              <a:schemeClr val="bg1"/>
            </a:solidFill>
          </a:ln>
        </p:spPr>
        <p:txBody>
          <a:bodyPr wrap="square" lIns="0" tIns="0" rIns="0" bIns="0" rtlCol="0" anchor="ctr"/>
          <a:lstStyle/>
          <a:p>
            <a:pPr marL="0" indent="0" algn="ctr">
              <a:buNone/>
            </a:pPr>
            <a:r>
              <a:rPr lang="en-US" sz="1500" b="1" dirty="0">
                <a:solidFill>
                  <a:schemeClr val="bg1"/>
                </a:solidFill>
              </a:rPr>
              <a:t>43</a:t>
            </a:r>
            <a:endParaRPr lang="en-US" sz="1500" dirty="0"/>
          </a:p>
        </p:txBody>
      </p:sp>
      <p:sp>
        <p:nvSpPr>
          <p:cNvPr id="82" name="Shape 79"/>
          <p:cNvSpPr/>
          <p:nvPr/>
        </p:nvSpPr>
        <p:spPr>
          <a:xfrm>
            <a:off x="8188452" y="3611880"/>
            <a:ext cx="1005840" cy="411480"/>
          </a:xfrm>
          <a:prstGeom prst="rect">
            <a:avLst/>
          </a:prstGeom>
          <a:solidFill>
            <a:schemeClr val="bg1">
              <a:alpha val="0"/>
            </a:schemeClr>
          </a:solidFill>
          <a:ln w="22225">
            <a:solidFill>
              <a:schemeClr val="tx1"/>
            </a:solidFill>
            <a:prstDash val="solid"/>
          </a:ln>
        </p:spPr>
      </p:sp>
      <p:sp>
        <p:nvSpPr>
          <p:cNvPr id="83" name="cell-2-0-9"/>
          <p:cNvSpPr txBox="1"/>
          <p:nvPr/>
        </p:nvSpPr>
        <p:spPr>
          <a:xfrm>
            <a:off x="9468612" y="3611880"/>
            <a:ext cx="502920" cy="411480"/>
          </a:xfrm>
          <a:prstGeom prst="rect">
            <a:avLst/>
          </a:prstGeom>
          <a:solidFill>
            <a:schemeClr val="accent4"/>
          </a:solidFill>
          <a:ln w="12700">
            <a:solidFill>
              <a:schemeClr val="bg1"/>
            </a:solidFill>
          </a:ln>
        </p:spPr>
        <p:txBody>
          <a:bodyPr wrap="square" lIns="0" tIns="0" rIns="0" bIns="0" rtlCol="0" anchor="ctr"/>
          <a:lstStyle/>
          <a:p>
            <a:pPr marL="0" indent="0" algn="ctr">
              <a:buNone/>
            </a:pPr>
            <a:r>
              <a:rPr lang="en-US" sz="1500" b="1" dirty="0">
                <a:solidFill>
                  <a:schemeClr val="bg1"/>
                </a:solidFill>
              </a:rPr>
              <a:t>9</a:t>
            </a:r>
            <a:endParaRPr lang="en-US" sz="1500" dirty="0"/>
          </a:p>
        </p:txBody>
      </p:sp>
      <p:sp>
        <p:nvSpPr>
          <p:cNvPr id="84" name="cell-2-1-82"/>
          <p:cNvSpPr txBox="1"/>
          <p:nvPr/>
        </p:nvSpPr>
        <p:spPr>
          <a:xfrm>
            <a:off x="9971532" y="3611880"/>
            <a:ext cx="502920" cy="411480"/>
          </a:xfrm>
          <a:prstGeom prst="rect">
            <a:avLst/>
          </a:prstGeom>
          <a:solidFill>
            <a:schemeClr val="accent4"/>
          </a:solidFill>
          <a:ln w="12700">
            <a:solidFill>
              <a:schemeClr val="bg1"/>
            </a:solidFill>
          </a:ln>
        </p:spPr>
        <p:txBody>
          <a:bodyPr wrap="square" lIns="0" tIns="0" rIns="0" bIns="0" rtlCol="0" anchor="ctr"/>
          <a:lstStyle/>
          <a:p>
            <a:pPr marL="0" indent="0" algn="ctr">
              <a:buNone/>
            </a:pPr>
            <a:r>
              <a:rPr lang="en-US" sz="1500" b="1" dirty="0">
                <a:solidFill>
                  <a:schemeClr val="bg1"/>
                </a:solidFill>
              </a:rPr>
              <a:t>82</a:t>
            </a:r>
            <a:endParaRPr lang="en-US" sz="1500" dirty="0"/>
          </a:p>
        </p:txBody>
      </p:sp>
      <p:sp>
        <p:nvSpPr>
          <p:cNvPr id="85" name="Shape 82"/>
          <p:cNvSpPr/>
          <p:nvPr/>
        </p:nvSpPr>
        <p:spPr>
          <a:xfrm>
            <a:off x="9468612" y="3611880"/>
            <a:ext cx="1005840" cy="411480"/>
          </a:xfrm>
          <a:prstGeom prst="rect">
            <a:avLst/>
          </a:prstGeom>
          <a:solidFill>
            <a:schemeClr val="bg1">
              <a:alpha val="0"/>
            </a:schemeClr>
          </a:solidFill>
          <a:ln w="22225">
            <a:solidFill>
              <a:schemeClr val="tx1"/>
            </a:solidFill>
            <a:prstDash val="solid"/>
          </a:ln>
        </p:spPr>
      </p:sp>
      <p:sp>
        <p:nvSpPr>
          <p:cNvPr id="86" name="cell-3-0-10"/>
          <p:cNvSpPr txBox="1"/>
          <p:nvPr/>
        </p:nvSpPr>
        <p:spPr>
          <a:xfrm>
            <a:off x="10748772" y="3611880"/>
            <a:ext cx="502920" cy="411480"/>
          </a:xfrm>
          <a:prstGeom prst="rect">
            <a:avLst/>
          </a:prstGeom>
          <a:solidFill>
            <a:schemeClr val="accent4"/>
          </a:solidFill>
          <a:ln w="12700">
            <a:solidFill>
              <a:schemeClr val="bg1"/>
            </a:solidFill>
          </a:ln>
        </p:spPr>
        <p:txBody>
          <a:bodyPr wrap="square" lIns="0" tIns="0" rIns="0" bIns="0" rtlCol="0" anchor="ctr"/>
          <a:lstStyle/>
          <a:p>
            <a:pPr marL="0" indent="0" algn="ctr">
              <a:buNone/>
            </a:pPr>
            <a:r>
              <a:rPr lang="en-US" sz="1500" b="1" dirty="0">
                <a:solidFill>
                  <a:schemeClr val="bg1"/>
                </a:solidFill>
              </a:rPr>
              <a:t>10</a:t>
            </a:r>
            <a:endParaRPr lang="en-US" sz="1500" dirty="0"/>
          </a:p>
        </p:txBody>
      </p:sp>
      <p:sp>
        <p:nvSpPr>
          <p:cNvPr id="87" name="Shape 84"/>
          <p:cNvSpPr/>
          <p:nvPr/>
        </p:nvSpPr>
        <p:spPr>
          <a:xfrm>
            <a:off x="10748772" y="3611880"/>
            <a:ext cx="502920" cy="411480"/>
          </a:xfrm>
          <a:prstGeom prst="rect">
            <a:avLst/>
          </a:prstGeom>
          <a:solidFill>
            <a:schemeClr val="bg1">
              <a:alpha val="0"/>
            </a:schemeClr>
          </a:solidFill>
          <a:ln w="22225">
            <a:solidFill>
              <a:schemeClr val="tx1"/>
            </a:solidFill>
            <a:prstDash val="solid"/>
          </a:ln>
        </p:spPr>
      </p:sp>
      <p:sp>
        <p:nvSpPr>
          <p:cNvPr id="88" name="cell-0-0-3"/>
          <p:cNvSpPr txBox="1"/>
          <p:nvPr/>
        </p:nvSpPr>
        <p:spPr>
          <a:xfrm>
            <a:off x="7136892" y="2651760"/>
            <a:ext cx="502920" cy="411480"/>
          </a:xfrm>
          <a:prstGeom prst="rect">
            <a:avLst/>
          </a:prstGeom>
          <a:solidFill>
            <a:schemeClr val="accent4"/>
          </a:solidFill>
          <a:ln w="12700">
            <a:solidFill>
              <a:schemeClr val="bg1"/>
            </a:solidFill>
          </a:ln>
        </p:spPr>
        <p:txBody>
          <a:bodyPr wrap="square" lIns="0" tIns="0" rIns="0" bIns="0" rtlCol="0" anchor="ctr"/>
          <a:lstStyle/>
          <a:p>
            <a:pPr marL="0" indent="0" algn="ctr">
              <a:buNone/>
            </a:pPr>
            <a:r>
              <a:rPr lang="en-US" sz="1500" b="1" dirty="0">
                <a:solidFill>
                  <a:schemeClr val="bg1"/>
                </a:solidFill>
              </a:rPr>
              <a:t>3</a:t>
            </a:r>
            <a:endParaRPr lang="en-US" sz="1500" dirty="0"/>
          </a:p>
        </p:txBody>
      </p:sp>
      <p:sp>
        <p:nvSpPr>
          <p:cNvPr id="89" name="cell-0-1-27"/>
          <p:cNvSpPr txBox="1"/>
          <p:nvPr/>
        </p:nvSpPr>
        <p:spPr>
          <a:xfrm>
            <a:off x="7639812" y="2651760"/>
            <a:ext cx="502920" cy="411480"/>
          </a:xfrm>
          <a:prstGeom prst="rect">
            <a:avLst/>
          </a:prstGeom>
          <a:solidFill>
            <a:schemeClr val="accent4"/>
          </a:solidFill>
          <a:ln w="12700">
            <a:solidFill>
              <a:schemeClr val="bg1"/>
            </a:solidFill>
          </a:ln>
        </p:spPr>
        <p:txBody>
          <a:bodyPr wrap="square" lIns="0" tIns="0" rIns="0" bIns="0" rtlCol="0" anchor="ctr"/>
          <a:lstStyle/>
          <a:p>
            <a:pPr marL="0" indent="0" algn="ctr">
              <a:buNone/>
            </a:pPr>
            <a:r>
              <a:rPr lang="en-US" sz="1500" b="1" dirty="0">
                <a:solidFill>
                  <a:schemeClr val="bg1"/>
                </a:solidFill>
              </a:rPr>
              <a:t>27</a:t>
            </a:r>
            <a:endParaRPr lang="en-US" sz="1500" dirty="0"/>
          </a:p>
        </p:txBody>
      </p:sp>
      <p:sp>
        <p:nvSpPr>
          <p:cNvPr id="90" name="cell-0-2-38"/>
          <p:cNvSpPr txBox="1"/>
          <p:nvPr/>
        </p:nvSpPr>
        <p:spPr>
          <a:xfrm>
            <a:off x="8142732" y="2651760"/>
            <a:ext cx="502920" cy="411480"/>
          </a:xfrm>
          <a:prstGeom prst="rect">
            <a:avLst/>
          </a:prstGeom>
          <a:solidFill>
            <a:schemeClr val="accent4"/>
          </a:solidFill>
          <a:ln w="12700">
            <a:solidFill>
              <a:schemeClr val="bg1"/>
            </a:solidFill>
          </a:ln>
        </p:spPr>
        <p:txBody>
          <a:bodyPr wrap="square" lIns="0" tIns="0" rIns="0" bIns="0" rtlCol="0" anchor="ctr"/>
          <a:lstStyle/>
          <a:p>
            <a:pPr marL="0" indent="0" algn="ctr">
              <a:buNone/>
            </a:pPr>
            <a:r>
              <a:rPr lang="en-US" sz="1500" b="1" dirty="0">
                <a:solidFill>
                  <a:schemeClr val="bg1"/>
                </a:solidFill>
              </a:rPr>
              <a:t>38</a:t>
            </a:r>
            <a:endParaRPr lang="en-US" sz="1500" dirty="0"/>
          </a:p>
        </p:txBody>
      </p:sp>
      <p:sp>
        <p:nvSpPr>
          <p:cNvPr id="91" name="cell-0-3-43"/>
          <p:cNvSpPr txBox="1"/>
          <p:nvPr/>
        </p:nvSpPr>
        <p:spPr>
          <a:xfrm>
            <a:off x="8645652" y="2651760"/>
            <a:ext cx="502920" cy="411480"/>
          </a:xfrm>
          <a:prstGeom prst="rect">
            <a:avLst/>
          </a:prstGeom>
          <a:solidFill>
            <a:schemeClr val="accent4"/>
          </a:solidFill>
          <a:ln w="12700">
            <a:solidFill>
              <a:schemeClr val="bg1"/>
            </a:solidFill>
          </a:ln>
        </p:spPr>
        <p:txBody>
          <a:bodyPr wrap="square" lIns="0" tIns="0" rIns="0" bIns="0" rtlCol="0" anchor="ctr"/>
          <a:lstStyle/>
          <a:p>
            <a:pPr marL="0" indent="0" algn="ctr">
              <a:buNone/>
            </a:pPr>
            <a:r>
              <a:rPr lang="en-US" sz="1500" b="1" dirty="0">
                <a:solidFill>
                  <a:schemeClr val="bg1"/>
                </a:solidFill>
              </a:rPr>
              <a:t>43</a:t>
            </a:r>
            <a:endParaRPr lang="en-US" sz="1500" dirty="0"/>
          </a:p>
        </p:txBody>
      </p:sp>
      <p:sp>
        <p:nvSpPr>
          <p:cNvPr id="92" name="Shape 89"/>
          <p:cNvSpPr/>
          <p:nvPr/>
        </p:nvSpPr>
        <p:spPr>
          <a:xfrm>
            <a:off x="7136892" y="2651760"/>
            <a:ext cx="2011680" cy="411480"/>
          </a:xfrm>
          <a:prstGeom prst="rect">
            <a:avLst/>
          </a:prstGeom>
          <a:solidFill>
            <a:schemeClr val="bg1">
              <a:alpha val="0"/>
            </a:schemeClr>
          </a:solidFill>
          <a:ln w="22225">
            <a:solidFill>
              <a:schemeClr val="tx1"/>
            </a:solidFill>
            <a:prstDash val="solid"/>
          </a:ln>
        </p:spPr>
      </p:sp>
      <p:sp>
        <p:nvSpPr>
          <p:cNvPr id="93" name="cell-1-0-9"/>
          <p:cNvSpPr txBox="1"/>
          <p:nvPr/>
        </p:nvSpPr>
        <p:spPr>
          <a:xfrm>
            <a:off x="9514332" y="2651760"/>
            <a:ext cx="502920" cy="411480"/>
          </a:xfrm>
          <a:prstGeom prst="rect">
            <a:avLst/>
          </a:prstGeom>
          <a:solidFill>
            <a:schemeClr val="accent4"/>
          </a:solidFill>
          <a:ln w="12700">
            <a:solidFill>
              <a:schemeClr val="bg1"/>
            </a:solidFill>
          </a:ln>
        </p:spPr>
        <p:txBody>
          <a:bodyPr wrap="square" lIns="0" tIns="0" rIns="0" bIns="0" rtlCol="0" anchor="ctr"/>
          <a:lstStyle/>
          <a:p>
            <a:pPr marL="0" indent="0" algn="ctr">
              <a:buNone/>
            </a:pPr>
            <a:r>
              <a:rPr lang="en-US" sz="1500" b="1" dirty="0">
                <a:solidFill>
                  <a:schemeClr val="bg1"/>
                </a:solidFill>
              </a:rPr>
              <a:t>9</a:t>
            </a:r>
            <a:endParaRPr lang="en-US" sz="1500" dirty="0"/>
          </a:p>
        </p:txBody>
      </p:sp>
      <p:sp>
        <p:nvSpPr>
          <p:cNvPr id="94" name="cell-1-1-10"/>
          <p:cNvSpPr txBox="1"/>
          <p:nvPr/>
        </p:nvSpPr>
        <p:spPr>
          <a:xfrm>
            <a:off x="10017252" y="2651760"/>
            <a:ext cx="502920" cy="411480"/>
          </a:xfrm>
          <a:prstGeom prst="rect">
            <a:avLst/>
          </a:prstGeom>
          <a:solidFill>
            <a:schemeClr val="accent4"/>
          </a:solidFill>
          <a:ln w="12700">
            <a:solidFill>
              <a:schemeClr val="bg1"/>
            </a:solidFill>
          </a:ln>
        </p:spPr>
        <p:txBody>
          <a:bodyPr wrap="square" lIns="0" tIns="0" rIns="0" bIns="0" rtlCol="0" anchor="ctr"/>
          <a:lstStyle/>
          <a:p>
            <a:pPr marL="0" indent="0" algn="ctr">
              <a:buNone/>
            </a:pPr>
            <a:r>
              <a:rPr lang="en-US" sz="1500" b="1" dirty="0">
                <a:solidFill>
                  <a:schemeClr val="bg1"/>
                </a:solidFill>
              </a:rPr>
              <a:t>10</a:t>
            </a:r>
            <a:endParaRPr lang="en-US" sz="1500" dirty="0"/>
          </a:p>
        </p:txBody>
      </p:sp>
      <p:sp>
        <p:nvSpPr>
          <p:cNvPr id="95" name="cell-1-2-82"/>
          <p:cNvSpPr txBox="1"/>
          <p:nvPr/>
        </p:nvSpPr>
        <p:spPr>
          <a:xfrm>
            <a:off x="10520172" y="2651760"/>
            <a:ext cx="502920" cy="411480"/>
          </a:xfrm>
          <a:prstGeom prst="rect">
            <a:avLst/>
          </a:prstGeom>
          <a:solidFill>
            <a:schemeClr val="accent4"/>
          </a:solidFill>
          <a:ln w="12700">
            <a:solidFill>
              <a:schemeClr val="bg1"/>
            </a:solidFill>
          </a:ln>
        </p:spPr>
        <p:txBody>
          <a:bodyPr wrap="square" lIns="0" tIns="0" rIns="0" bIns="0" rtlCol="0" anchor="ctr"/>
          <a:lstStyle/>
          <a:p>
            <a:pPr marL="0" indent="0" algn="ctr">
              <a:buNone/>
            </a:pPr>
            <a:r>
              <a:rPr lang="en-US" sz="1500" b="1" dirty="0">
                <a:solidFill>
                  <a:schemeClr val="bg1"/>
                </a:solidFill>
              </a:rPr>
              <a:t>82</a:t>
            </a:r>
            <a:endParaRPr lang="en-US" sz="1500" dirty="0"/>
          </a:p>
        </p:txBody>
      </p:sp>
      <p:sp>
        <p:nvSpPr>
          <p:cNvPr id="96" name="Shape 93"/>
          <p:cNvSpPr/>
          <p:nvPr/>
        </p:nvSpPr>
        <p:spPr>
          <a:xfrm>
            <a:off x="9514332" y="2651760"/>
            <a:ext cx="1508760" cy="411480"/>
          </a:xfrm>
          <a:prstGeom prst="rect">
            <a:avLst/>
          </a:prstGeom>
          <a:solidFill>
            <a:schemeClr val="bg1">
              <a:alpha val="0"/>
            </a:schemeClr>
          </a:solidFill>
          <a:ln w="22225">
            <a:solidFill>
              <a:schemeClr val="tx1"/>
            </a:solidFill>
            <a:prstDash val="solid"/>
          </a:ln>
        </p:spPr>
      </p:sp>
      <p:sp>
        <p:nvSpPr>
          <p:cNvPr id="97" name="cell-0-0-3"/>
          <p:cNvSpPr txBox="1"/>
          <p:nvPr/>
        </p:nvSpPr>
        <p:spPr>
          <a:xfrm>
            <a:off x="7319772" y="1691640"/>
            <a:ext cx="502920" cy="411480"/>
          </a:xfrm>
          <a:prstGeom prst="rect">
            <a:avLst/>
          </a:prstGeom>
          <a:solidFill>
            <a:schemeClr val="accent3"/>
          </a:solidFill>
          <a:ln w="12700">
            <a:solidFill>
              <a:schemeClr val="bg1"/>
            </a:solidFill>
          </a:ln>
        </p:spPr>
        <p:txBody>
          <a:bodyPr wrap="square" lIns="0" tIns="0" rIns="0" bIns="0" rtlCol="0" anchor="ctr"/>
          <a:lstStyle/>
          <a:p>
            <a:pPr marL="0" indent="0" algn="ctr">
              <a:buNone/>
            </a:pPr>
            <a:r>
              <a:rPr lang="en-US" sz="1500" b="1" dirty="0">
                <a:solidFill>
                  <a:schemeClr val="tx1"/>
                </a:solidFill>
              </a:rPr>
              <a:t>3</a:t>
            </a:r>
            <a:endParaRPr lang="en-US" sz="1500" dirty="0"/>
          </a:p>
        </p:txBody>
      </p:sp>
      <p:sp>
        <p:nvSpPr>
          <p:cNvPr id="98" name="cell-0-1-9"/>
          <p:cNvSpPr txBox="1"/>
          <p:nvPr/>
        </p:nvSpPr>
        <p:spPr>
          <a:xfrm>
            <a:off x="7822692" y="1691640"/>
            <a:ext cx="502920" cy="411480"/>
          </a:xfrm>
          <a:prstGeom prst="rect">
            <a:avLst/>
          </a:prstGeom>
          <a:solidFill>
            <a:schemeClr val="accent3"/>
          </a:solidFill>
          <a:ln w="12700">
            <a:solidFill>
              <a:schemeClr val="bg1"/>
            </a:solidFill>
          </a:ln>
        </p:spPr>
        <p:txBody>
          <a:bodyPr wrap="square" lIns="0" tIns="0" rIns="0" bIns="0" rtlCol="0" anchor="ctr"/>
          <a:lstStyle/>
          <a:p>
            <a:pPr marL="0" indent="0" algn="ctr">
              <a:buNone/>
            </a:pPr>
            <a:r>
              <a:rPr lang="en-US" sz="1500" b="1" dirty="0">
                <a:solidFill>
                  <a:schemeClr val="tx1"/>
                </a:solidFill>
              </a:rPr>
              <a:t>9</a:t>
            </a:r>
            <a:endParaRPr lang="en-US" sz="1500" dirty="0"/>
          </a:p>
        </p:txBody>
      </p:sp>
      <p:sp>
        <p:nvSpPr>
          <p:cNvPr id="99" name="cell-0-2-10"/>
          <p:cNvSpPr txBox="1"/>
          <p:nvPr/>
        </p:nvSpPr>
        <p:spPr>
          <a:xfrm>
            <a:off x="8325612" y="1691640"/>
            <a:ext cx="502920" cy="411480"/>
          </a:xfrm>
          <a:prstGeom prst="rect">
            <a:avLst/>
          </a:prstGeom>
          <a:solidFill>
            <a:schemeClr val="accent3"/>
          </a:solidFill>
          <a:ln w="12700">
            <a:solidFill>
              <a:schemeClr val="bg1"/>
            </a:solidFill>
          </a:ln>
        </p:spPr>
        <p:txBody>
          <a:bodyPr wrap="square" lIns="0" tIns="0" rIns="0" bIns="0" rtlCol="0" anchor="ctr"/>
          <a:lstStyle/>
          <a:p>
            <a:pPr marL="0" indent="0" algn="ctr">
              <a:buNone/>
            </a:pPr>
            <a:r>
              <a:rPr lang="en-US" sz="1500" b="1" dirty="0">
                <a:solidFill>
                  <a:schemeClr val="tx1"/>
                </a:solidFill>
              </a:rPr>
              <a:t>10</a:t>
            </a:r>
            <a:endParaRPr lang="en-US" sz="1500" dirty="0"/>
          </a:p>
        </p:txBody>
      </p:sp>
      <p:sp>
        <p:nvSpPr>
          <p:cNvPr id="100" name="cell-0-3-27"/>
          <p:cNvSpPr txBox="1"/>
          <p:nvPr/>
        </p:nvSpPr>
        <p:spPr>
          <a:xfrm>
            <a:off x="8828532" y="1691640"/>
            <a:ext cx="502920" cy="411480"/>
          </a:xfrm>
          <a:prstGeom prst="rect">
            <a:avLst/>
          </a:prstGeom>
          <a:solidFill>
            <a:schemeClr val="accent3"/>
          </a:solidFill>
          <a:ln w="12700">
            <a:solidFill>
              <a:schemeClr val="bg1"/>
            </a:solidFill>
          </a:ln>
        </p:spPr>
        <p:txBody>
          <a:bodyPr wrap="square" lIns="0" tIns="0" rIns="0" bIns="0" rtlCol="0" anchor="ctr"/>
          <a:lstStyle/>
          <a:p>
            <a:pPr marL="0" indent="0" algn="ctr">
              <a:buNone/>
            </a:pPr>
            <a:r>
              <a:rPr lang="en-US" sz="1500" b="1" dirty="0">
                <a:solidFill>
                  <a:schemeClr val="tx1"/>
                </a:solidFill>
              </a:rPr>
              <a:t>27</a:t>
            </a:r>
            <a:endParaRPr lang="en-US" sz="1500" dirty="0"/>
          </a:p>
        </p:txBody>
      </p:sp>
      <p:sp>
        <p:nvSpPr>
          <p:cNvPr id="101" name="cell-0-4-38"/>
          <p:cNvSpPr txBox="1"/>
          <p:nvPr/>
        </p:nvSpPr>
        <p:spPr>
          <a:xfrm>
            <a:off x="9331452" y="1691640"/>
            <a:ext cx="502920" cy="411480"/>
          </a:xfrm>
          <a:prstGeom prst="rect">
            <a:avLst/>
          </a:prstGeom>
          <a:solidFill>
            <a:schemeClr val="accent3"/>
          </a:solidFill>
          <a:ln w="12700">
            <a:solidFill>
              <a:schemeClr val="bg1"/>
            </a:solidFill>
          </a:ln>
        </p:spPr>
        <p:txBody>
          <a:bodyPr wrap="square" lIns="0" tIns="0" rIns="0" bIns="0" rtlCol="0" anchor="ctr"/>
          <a:lstStyle/>
          <a:p>
            <a:pPr marL="0" indent="0" algn="ctr">
              <a:buNone/>
            </a:pPr>
            <a:r>
              <a:rPr lang="en-US" sz="1500" b="1" dirty="0">
                <a:solidFill>
                  <a:schemeClr val="tx1"/>
                </a:solidFill>
              </a:rPr>
              <a:t>38</a:t>
            </a:r>
            <a:endParaRPr lang="en-US" sz="1500" dirty="0"/>
          </a:p>
        </p:txBody>
      </p:sp>
      <p:sp>
        <p:nvSpPr>
          <p:cNvPr id="102" name="cell-0-5-43"/>
          <p:cNvSpPr txBox="1"/>
          <p:nvPr/>
        </p:nvSpPr>
        <p:spPr>
          <a:xfrm>
            <a:off x="9834372" y="1691640"/>
            <a:ext cx="502920" cy="411480"/>
          </a:xfrm>
          <a:prstGeom prst="rect">
            <a:avLst/>
          </a:prstGeom>
          <a:solidFill>
            <a:schemeClr val="accent3"/>
          </a:solidFill>
          <a:ln w="12700">
            <a:solidFill>
              <a:schemeClr val="bg1"/>
            </a:solidFill>
          </a:ln>
        </p:spPr>
        <p:txBody>
          <a:bodyPr wrap="square" lIns="0" tIns="0" rIns="0" bIns="0" rtlCol="0" anchor="ctr"/>
          <a:lstStyle/>
          <a:p>
            <a:pPr marL="0" indent="0" algn="ctr">
              <a:buNone/>
            </a:pPr>
            <a:r>
              <a:rPr lang="en-US" sz="1500" b="1" dirty="0">
                <a:solidFill>
                  <a:schemeClr val="tx1"/>
                </a:solidFill>
              </a:rPr>
              <a:t>43</a:t>
            </a:r>
            <a:endParaRPr lang="en-US" sz="1500" dirty="0"/>
          </a:p>
        </p:txBody>
      </p:sp>
      <p:sp>
        <p:nvSpPr>
          <p:cNvPr id="103" name="cell-0-6-82"/>
          <p:cNvSpPr txBox="1"/>
          <p:nvPr/>
        </p:nvSpPr>
        <p:spPr>
          <a:xfrm>
            <a:off x="10337292" y="1691640"/>
            <a:ext cx="502920" cy="411480"/>
          </a:xfrm>
          <a:prstGeom prst="rect">
            <a:avLst/>
          </a:prstGeom>
          <a:solidFill>
            <a:schemeClr val="accent3"/>
          </a:solidFill>
          <a:ln w="12700">
            <a:solidFill>
              <a:schemeClr val="bg1"/>
            </a:solidFill>
          </a:ln>
        </p:spPr>
        <p:txBody>
          <a:bodyPr wrap="square" lIns="0" tIns="0" rIns="0" bIns="0" rtlCol="0" anchor="ctr"/>
          <a:lstStyle/>
          <a:p>
            <a:pPr marL="0" indent="0" algn="ctr">
              <a:buNone/>
            </a:pPr>
            <a:r>
              <a:rPr lang="en-US" sz="1500" b="1" dirty="0">
                <a:solidFill>
                  <a:schemeClr val="tx1"/>
                </a:solidFill>
              </a:rPr>
              <a:t>82</a:t>
            </a:r>
            <a:endParaRPr lang="en-US" sz="1500" dirty="0"/>
          </a:p>
        </p:txBody>
      </p:sp>
      <p:sp>
        <p:nvSpPr>
          <p:cNvPr id="104" name="Shape 101"/>
          <p:cNvSpPr/>
          <p:nvPr/>
        </p:nvSpPr>
        <p:spPr>
          <a:xfrm>
            <a:off x="7319772" y="1691640"/>
            <a:ext cx="3520440" cy="411480"/>
          </a:xfrm>
          <a:prstGeom prst="rect">
            <a:avLst/>
          </a:prstGeom>
          <a:solidFill>
            <a:schemeClr val="bg1">
              <a:alpha val="0"/>
            </a:schemeClr>
          </a:solidFill>
          <a:ln w="22225">
            <a:solidFill>
              <a:schemeClr val="tx1"/>
            </a:solidFill>
            <a:prstDash val="solid"/>
          </a:ln>
        </p:spPr>
      </p:sp>
      <p:sp>
        <p:nvSpPr>
          <p:cNvPr id="105" name="Shape 102"/>
          <p:cNvSpPr/>
          <p:nvPr/>
        </p:nvSpPr>
        <p:spPr>
          <a:xfrm flipV="1">
            <a:off x="7159752" y="4023360"/>
            <a:ext cx="251460" cy="548640"/>
          </a:xfrm>
          <a:prstGeom prst="line">
            <a:avLst/>
          </a:prstGeom>
          <a:noFill/>
          <a:ln w="19050">
            <a:solidFill>
              <a:schemeClr val="accent4"/>
            </a:solidFill>
            <a:prstDash val="solid"/>
            <a:tailEnd type="triangle"/>
          </a:ln>
        </p:spPr>
      </p:sp>
      <p:sp>
        <p:nvSpPr>
          <p:cNvPr id="106" name="Shape 103"/>
          <p:cNvSpPr/>
          <p:nvPr/>
        </p:nvSpPr>
        <p:spPr>
          <a:xfrm flipH="1" flipV="1">
            <a:off x="7411212" y="4023360"/>
            <a:ext cx="388620" cy="548640"/>
          </a:xfrm>
          <a:prstGeom prst="line">
            <a:avLst/>
          </a:prstGeom>
          <a:noFill/>
          <a:ln w="19050">
            <a:solidFill>
              <a:schemeClr val="accent4"/>
            </a:solidFill>
            <a:prstDash val="solid"/>
            <a:tailEnd type="triangle"/>
          </a:ln>
        </p:spPr>
      </p:sp>
      <p:sp>
        <p:nvSpPr>
          <p:cNvPr id="107" name="Shape 104"/>
          <p:cNvSpPr/>
          <p:nvPr/>
        </p:nvSpPr>
        <p:spPr>
          <a:xfrm flipV="1">
            <a:off x="8439912" y="4023360"/>
            <a:ext cx="251460" cy="548640"/>
          </a:xfrm>
          <a:prstGeom prst="line">
            <a:avLst/>
          </a:prstGeom>
          <a:noFill/>
          <a:ln w="19050">
            <a:solidFill>
              <a:schemeClr val="accent4"/>
            </a:solidFill>
            <a:prstDash val="solid"/>
            <a:tailEnd type="triangle"/>
          </a:ln>
        </p:spPr>
      </p:sp>
      <p:sp>
        <p:nvSpPr>
          <p:cNvPr id="108" name="Shape 105"/>
          <p:cNvSpPr/>
          <p:nvPr/>
        </p:nvSpPr>
        <p:spPr>
          <a:xfrm flipH="1" flipV="1">
            <a:off x="8691372" y="4023360"/>
            <a:ext cx="388620" cy="548640"/>
          </a:xfrm>
          <a:prstGeom prst="line">
            <a:avLst/>
          </a:prstGeom>
          <a:noFill/>
          <a:ln w="19050">
            <a:solidFill>
              <a:schemeClr val="accent4"/>
            </a:solidFill>
            <a:prstDash val="solid"/>
            <a:tailEnd type="triangle"/>
          </a:ln>
        </p:spPr>
      </p:sp>
      <p:sp>
        <p:nvSpPr>
          <p:cNvPr id="109" name="Shape 106"/>
          <p:cNvSpPr/>
          <p:nvPr/>
        </p:nvSpPr>
        <p:spPr>
          <a:xfrm flipV="1">
            <a:off x="9720072" y="4023360"/>
            <a:ext cx="251460" cy="548640"/>
          </a:xfrm>
          <a:prstGeom prst="line">
            <a:avLst/>
          </a:prstGeom>
          <a:noFill/>
          <a:ln w="19050">
            <a:solidFill>
              <a:schemeClr val="accent4"/>
            </a:solidFill>
            <a:prstDash val="solid"/>
            <a:tailEnd type="triangle"/>
          </a:ln>
        </p:spPr>
      </p:sp>
      <p:sp>
        <p:nvSpPr>
          <p:cNvPr id="110" name="Shape 107"/>
          <p:cNvSpPr/>
          <p:nvPr/>
        </p:nvSpPr>
        <p:spPr>
          <a:xfrm flipH="1" flipV="1">
            <a:off x="9971532" y="4023360"/>
            <a:ext cx="388620" cy="548640"/>
          </a:xfrm>
          <a:prstGeom prst="line">
            <a:avLst/>
          </a:prstGeom>
          <a:noFill/>
          <a:ln w="19050">
            <a:solidFill>
              <a:schemeClr val="accent4"/>
            </a:solidFill>
            <a:prstDash val="solid"/>
            <a:tailEnd type="triangle"/>
          </a:ln>
        </p:spPr>
      </p:sp>
      <p:sp>
        <p:nvSpPr>
          <p:cNvPr id="111" name="Shape 108"/>
          <p:cNvSpPr/>
          <p:nvPr/>
        </p:nvSpPr>
        <p:spPr>
          <a:xfrm flipV="1">
            <a:off x="11000232" y="4023360"/>
            <a:ext cx="0" cy="548640"/>
          </a:xfrm>
          <a:prstGeom prst="line">
            <a:avLst/>
          </a:prstGeom>
          <a:noFill/>
          <a:ln w="19050">
            <a:solidFill>
              <a:schemeClr val="accent4"/>
            </a:solidFill>
            <a:prstDash val="solid"/>
            <a:tailEnd type="triangle"/>
          </a:ln>
        </p:spPr>
      </p:sp>
      <p:sp>
        <p:nvSpPr>
          <p:cNvPr id="112" name="Shape 109"/>
          <p:cNvSpPr/>
          <p:nvPr/>
        </p:nvSpPr>
        <p:spPr>
          <a:xfrm flipV="1">
            <a:off x="7411212" y="3063240"/>
            <a:ext cx="731520" cy="548640"/>
          </a:xfrm>
          <a:prstGeom prst="line">
            <a:avLst/>
          </a:prstGeom>
          <a:noFill/>
          <a:ln w="19050">
            <a:solidFill>
              <a:schemeClr val="accent4"/>
            </a:solidFill>
            <a:prstDash val="solid"/>
            <a:tailEnd type="triangle"/>
          </a:ln>
        </p:spPr>
      </p:sp>
      <p:sp>
        <p:nvSpPr>
          <p:cNvPr id="113" name="Shape 110"/>
          <p:cNvSpPr/>
          <p:nvPr/>
        </p:nvSpPr>
        <p:spPr>
          <a:xfrm flipH="1" flipV="1">
            <a:off x="8142732" y="3063240"/>
            <a:ext cx="548640" cy="548640"/>
          </a:xfrm>
          <a:prstGeom prst="line">
            <a:avLst/>
          </a:prstGeom>
          <a:noFill/>
          <a:ln w="19050">
            <a:solidFill>
              <a:schemeClr val="accent4"/>
            </a:solidFill>
            <a:prstDash val="solid"/>
            <a:tailEnd type="triangle"/>
          </a:ln>
        </p:spPr>
      </p:sp>
      <p:sp>
        <p:nvSpPr>
          <p:cNvPr id="114" name="Shape 111"/>
          <p:cNvSpPr/>
          <p:nvPr/>
        </p:nvSpPr>
        <p:spPr>
          <a:xfrm flipV="1">
            <a:off x="9971532" y="3063240"/>
            <a:ext cx="297180" cy="548640"/>
          </a:xfrm>
          <a:prstGeom prst="line">
            <a:avLst/>
          </a:prstGeom>
          <a:noFill/>
          <a:ln w="19050">
            <a:solidFill>
              <a:schemeClr val="accent4"/>
            </a:solidFill>
            <a:prstDash val="solid"/>
            <a:tailEnd type="triangle"/>
          </a:ln>
        </p:spPr>
      </p:sp>
      <p:sp>
        <p:nvSpPr>
          <p:cNvPr id="115" name="Shape 112"/>
          <p:cNvSpPr/>
          <p:nvPr/>
        </p:nvSpPr>
        <p:spPr>
          <a:xfrm flipH="1" flipV="1">
            <a:off x="10268712" y="3063240"/>
            <a:ext cx="731520" cy="548640"/>
          </a:xfrm>
          <a:prstGeom prst="line">
            <a:avLst/>
          </a:prstGeom>
          <a:noFill/>
          <a:ln w="19050">
            <a:solidFill>
              <a:schemeClr val="accent4"/>
            </a:solidFill>
            <a:prstDash val="solid"/>
            <a:tailEnd type="triangle"/>
          </a:ln>
        </p:spPr>
      </p:sp>
      <p:sp>
        <p:nvSpPr>
          <p:cNvPr id="116" name="Shape 113"/>
          <p:cNvSpPr/>
          <p:nvPr/>
        </p:nvSpPr>
        <p:spPr>
          <a:xfrm flipV="1">
            <a:off x="8142732" y="2103120"/>
            <a:ext cx="937260" cy="548640"/>
          </a:xfrm>
          <a:prstGeom prst="line">
            <a:avLst/>
          </a:prstGeom>
          <a:noFill/>
          <a:ln w="19050">
            <a:solidFill>
              <a:schemeClr val="accent4"/>
            </a:solidFill>
            <a:prstDash val="solid"/>
            <a:tailEnd type="triangle"/>
          </a:ln>
        </p:spPr>
      </p:sp>
      <p:sp>
        <p:nvSpPr>
          <p:cNvPr id="117" name="Shape 114"/>
          <p:cNvSpPr/>
          <p:nvPr/>
        </p:nvSpPr>
        <p:spPr>
          <a:xfrm flipH="1" flipV="1">
            <a:off x="9079992" y="2103120"/>
            <a:ext cx="1188720" cy="548640"/>
          </a:xfrm>
          <a:prstGeom prst="line">
            <a:avLst/>
          </a:prstGeom>
          <a:noFill/>
          <a:ln w="19050">
            <a:solidFill>
              <a:schemeClr val="accent4"/>
            </a:solidFill>
            <a:prstDash val="solid"/>
            <a:tailEnd type="triangle"/>
          </a:ln>
        </p:spPr>
      </p:sp>
      <p:sp>
        <p:nvSpPr>
          <p:cNvPr id="118" name="phase-arrow"/>
          <p:cNvSpPr/>
          <p:nvPr/>
        </p:nvSpPr>
        <p:spPr>
          <a:xfrm>
            <a:off x="5833872" y="4553712"/>
            <a:ext cx="548640" cy="457200"/>
          </a:xfrm>
          <a:prstGeom prst="rightArrow">
            <a:avLst/>
          </a:prstGeom>
          <a:solidFill>
            <a:schemeClr val="tx2"/>
          </a:solidFill>
          <a:ln w="6350">
            <a:solidFill>
              <a:schemeClr val="tx2"/>
            </a:solidFill>
            <a:prstDash val="solid"/>
          </a:ln>
        </p:spPr>
      </p:sp>
      <p:sp>
        <p:nvSpPr>
          <p:cNvPr id="119" name="final-strip"/>
          <p:cNvSpPr/>
          <p:nvPr/>
        </p:nvSpPr>
        <p:spPr>
          <a:xfrm>
            <a:off x="457200" y="5349240"/>
            <a:ext cx="11274552" cy="548640"/>
          </a:xfrm>
          <a:prstGeom prst="roundRect">
            <a:avLst>
              <a:gd name="adj" fmla="val 13333"/>
            </a:avLst>
          </a:prstGeom>
          <a:solidFill>
            <a:schemeClr val="tx1"/>
          </a:solidFill>
          <a:ln w="15875">
            <a:solidFill>
              <a:schemeClr val="accent1"/>
            </a:solidFill>
            <a:prstDash val="solid"/>
          </a:ln>
        </p:spPr>
      </p:sp>
      <p:sp>
        <p:nvSpPr>
          <p:cNvPr id="120" name="Text 117"/>
          <p:cNvSpPr txBox="1"/>
          <p:nvPr/>
        </p:nvSpPr>
        <p:spPr>
          <a:xfrm>
            <a:off x="685800" y="5349240"/>
            <a:ext cx="2926080" cy="548640"/>
          </a:xfrm>
          <a:prstGeom prst="rect">
            <a:avLst/>
          </a:prstGeom>
          <a:noFill/>
          <a:ln/>
        </p:spPr>
        <p:txBody>
          <a:bodyPr wrap="square" lIns="0" tIns="0" rIns="0" bIns="0" rtlCol="0" anchor="ctr"/>
          <a:lstStyle/>
          <a:p>
            <a:pPr marL="0" indent="0">
              <a:buNone/>
            </a:pPr>
            <a:r>
              <a:rPr lang="en-US" sz="1600" b="1" dirty="0">
                <a:solidFill>
                  <a:schemeClr val="accent5"/>
                </a:solidFill>
              </a:rPr>
              <a:t>FINAL SORTED ARRAY</a:t>
            </a:r>
            <a:endParaRPr lang="en-US" sz="1600" dirty="0"/>
          </a:p>
        </p:txBody>
      </p:sp>
      <p:sp>
        <p:nvSpPr>
          <p:cNvPr id="121" name="final-3"/>
          <p:cNvSpPr txBox="1"/>
          <p:nvPr/>
        </p:nvSpPr>
        <p:spPr>
          <a:xfrm>
            <a:off x="4114800" y="5431536"/>
            <a:ext cx="777240" cy="384048"/>
          </a:xfrm>
          <a:prstGeom prst="rect">
            <a:avLst/>
          </a:prstGeom>
          <a:solidFill>
            <a:schemeClr val="accent3"/>
          </a:solidFill>
          <a:ln w="12700">
            <a:solidFill>
              <a:schemeClr val="tx1"/>
            </a:solidFill>
          </a:ln>
        </p:spPr>
        <p:txBody>
          <a:bodyPr wrap="square" lIns="0" tIns="0" rIns="0" bIns="0" rtlCol="0" anchor="ctr"/>
          <a:lstStyle/>
          <a:p>
            <a:pPr marL="0" indent="0" algn="ctr">
              <a:buNone/>
            </a:pPr>
            <a:r>
              <a:rPr lang="en-US" sz="1600" b="1" dirty="0">
                <a:solidFill>
                  <a:schemeClr val="tx1"/>
                </a:solidFill>
              </a:rPr>
              <a:t>3</a:t>
            </a:r>
            <a:endParaRPr lang="en-US" sz="1600" dirty="0"/>
          </a:p>
        </p:txBody>
      </p:sp>
      <p:sp>
        <p:nvSpPr>
          <p:cNvPr id="122" name="final-9"/>
          <p:cNvSpPr txBox="1"/>
          <p:nvPr/>
        </p:nvSpPr>
        <p:spPr>
          <a:xfrm>
            <a:off x="4983480" y="5431536"/>
            <a:ext cx="777240" cy="384048"/>
          </a:xfrm>
          <a:prstGeom prst="rect">
            <a:avLst/>
          </a:prstGeom>
          <a:solidFill>
            <a:schemeClr val="accent3"/>
          </a:solidFill>
          <a:ln w="12700">
            <a:solidFill>
              <a:schemeClr val="tx1"/>
            </a:solidFill>
          </a:ln>
        </p:spPr>
        <p:txBody>
          <a:bodyPr wrap="square" lIns="0" tIns="0" rIns="0" bIns="0" rtlCol="0" anchor="ctr"/>
          <a:lstStyle/>
          <a:p>
            <a:pPr marL="0" indent="0" algn="ctr">
              <a:buNone/>
            </a:pPr>
            <a:r>
              <a:rPr lang="en-US" sz="1600" b="1" dirty="0">
                <a:solidFill>
                  <a:schemeClr val="tx1"/>
                </a:solidFill>
              </a:rPr>
              <a:t>9</a:t>
            </a:r>
            <a:endParaRPr lang="en-US" sz="1600" dirty="0"/>
          </a:p>
        </p:txBody>
      </p:sp>
      <p:sp>
        <p:nvSpPr>
          <p:cNvPr id="123" name="final-10"/>
          <p:cNvSpPr txBox="1"/>
          <p:nvPr/>
        </p:nvSpPr>
        <p:spPr>
          <a:xfrm>
            <a:off x="5852160" y="5431536"/>
            <a:ext cx="777240" cy="384048"/>
          </a:xfrm>
          <a:prstGeom prst="rect">
            <a:avLst/>
          </a:prstGeom>
          <a:solidFill>
            <a:schemeClr val="accent3"/>
          </a:solidFill>
          <a:ln w="12700">
            <a:solidFill>
              <a:schemeClr val="tx1"/>
            </a:solidFill>
          </a:ln>
        </p:spPr>
        <p:txBody>
          <a:bodyPr wrap="square" lIns="0" tIns="0" rIns="0" bIns="0" rtlCol="0" anchor="ctr"/>
          <a:lstStyle/>
          <a:p>
            <a:pPr marL="0" indent="0" algn="ctr">
              <a:buNone/>
            </a:pPr>
            <a:r>
              <a:rPr lang="en-US" sz="1600" b="1" dirty="0">
                <a:solidFill>
                  <a:schemeClr val="tx1"/>
                </a:solidFill>
              </a:rPr>
              <a:t>10</a:t>
            </a:r>
            <a:endParaRPr lang="en-US" sz="1600" dirty="0"/>
          </a:p>
        </p:txBody>
      </p:sp>
      <p:sp>
        <p:nvSpPr>
          <p:cNvPr id="124" name="final-27"/>
          <p:cNvSpPr txBox="1"/>
          <p:nvPr/>
        </p:nvSpPr>
        <p:spPr>
          <a:xfrm>
            <a:off x="6720840" y="5431536"/>
            <a:ext cx="777240" cy="384048"/>
          </a:xfrm>
          <a:prstGeom prst="rect">
            <a:avLst/>
          </a:prstGeom>
          <a:solidFill>
            <a:schemeClr val="accent3"/>
          </a:solidFill>
          <a:ln w="12700">
            <a:solidFill>
              <a:schemeClr val="tx1"/>
            </a:solidFill>
          </a:ln>
        </p:spPr>
        <p:txBody>
          <a:bodyPr wrap="square" lIns="0" tIns="0" rIns="0" bIns="0" rtlCol="0" anchor="ctr"/>
          <a:lstStyle/>
          <a:p>
            <a:pPr marL="0" indent="0" algn="ctr">
              <a:buNone/>
            </a:pPr>
            <a:r>
              <a:rPr lang="en-US" sz="1600" b="1" dirty="0">
                <a:solidFill>
                  <a:schemeClr val="tx1"/>
                </a:solidFill>
              </a:rPr>
              <a:t>27</a:t>
            </a:r>
            <a:endParaRPr lang="en-US" sz="1600" dirty="0"/>
          </a:p>
        </p:txBody>
      </p:sp>
      <p:sp>
        <p:nvSpPr>
          <p:cNvPr id="125" name="final-38"/>
          <p:cNvSpPr txBox="1"/>
          <p:nvPr/>
        </p:nvSpPr>
        <p:spPr>
          <a:xfrm>
            <a:off x="7589520" y="5431536"/>
            <a:ext cx="777240" cy="384048"/>
          </a:xfrm>
          <a:prstGeom prst="rect">
            <a:avLst/>
          </a:prstGeom>
          <a:solidFill>
            <a:schemeClr val="accent3"/>
          </a:solidFill>
          <a:ln w="12700">
            <a:solidFill>
              <a:schemeClr val="tx1"/>
            </a:solidFill>
          </a:ln>
        </p:spPr>
        <p:txBody>
          <a:bodyPr wrap="square" lIns="0" tIns="0" rIns="0" bIns="0" rtlCol="0" anchor="ctr"/>
          <a:lstStyle/>
          <a:p>
            <a:pPr marL="0" indent="0" algn="ctr">
              <a:buNone/>
            </a:pPr>
            <a:r>
              <a:rPr lang="en-US" sz="1600" b="1" dirty="0">
                <a:solidFill>
                  <a:schemeClr val="tx1"/>
                </a:solidFill>
              </a:rPr>
              <a:t>38</a:t>
            </a:r>
            <a:endParaRPr lang="en-US" sz="1600" dirty="0"/>
          </a:p>
        </p:txBody>
      </p:sp>
      <p:sp>
        <p:nvSpPr>
          <p:cNvPr id="126" name="final-43"/>
          <p:cNvSpPr txBox="1"/>
          <p:nvPr/>
        </p:nvSpPr>
        <p:spPr>
          <a:xfrm>
            <a:off x="8458200" y="5431536"/>
            <a:ext cx="777240" cy="384048"/>
          </a:xfrm>
          <a:prstGeom prst="rect">
            <a:avLst/>
          </a:prstGeom>
          <a:solidFill>
            <a:schemeClr val="accent3"/>
          </a:solidFill>
          <a:ln w="12700">
            <a:solidFill>
              <a:schemeClr val="tx1"/>
            </a:solidFill>
          </a:ln>
        </p:spPr>
        <p:txBody>
          <a:bodyPr wrap="square" lIns="0" tIns="0" rIns="0" bIns="0" rtlCol="0" anchor="ctr"/>
          <a:lstStyle/>
          <a:p>
            <a:pPr marL="0" indent="0" algn="ctr">
              <a:buNone/>
            </a:pPr>
            <a:r>
              <a:rPr lang="en-US" sz="1600" b="1" dirty="0">
                <a:solidFill>
                  <a:schemeClr val="tx1"/>
                </a:solidFill>
              </a:rPr>
              <a:t>43</a:t>
            </a:r>
            <a:endParaRPr lang="en-US" sz="1600" dirty="0"/>
          </a:p>
        </p:txBody>
      </p:sp>
      <p:sp>
        <p:nvSpPr>
          <p:cNvPr id="127" name="final-82"/>
          <p:cNvSpPr txBox="1"/>
          <p:nvPr/>
        </p:nvSpPr>
        <p:spPr>
          <a:xfrm>
            <a:off x="9326880" y="5431536"/>
            <a:ext cx="777240" cy="384048"/>
          </a:xfrm>
          <a:prstGeom prst="rect">
            <a:avLst/>
          </a:prstGeom>
          <a:solidFill>
            <a:schemeClr val="accent3"/>
          </a:solidFill>
          <a:ln w="12700">
            <a:solidFill>
              <a:schemeClr val="tx1"/>
            </a:solidFill>
          </a:ln>
        </p:spPr>
        <p:txBody>
          <a:bodyPr wrap="square" lIns="0" tIns="0" rIns="0" bIns="0" rtlCol="0" anchor="ctr"/>
          <a:lstStyle/>
          <a:p>
            <a:pPr marL="0" indent="0" algn="ctr">
              <a:buNone/>
            </a:pPr>
            <a:r>
              <a:rPr lang="en-US" sz="1600" b="1" dirty="0">
                <a:solidFill>
                  <a:schemeClr val="tx1"/>
                </a:solidFill>
              </a:rPr>
              <a:t>82</a:t>
            </a:r>
            <a:endParaRPr lang="en-US" sz="1600" dirty="0"/>
          </a:p>
        </p:txBody>
      </p:sp>
      <p:sp>
        <p:nvSpPr>
          <p:cNvPr id="128" name="Text 125"/>
          <p:cNvSpPr txBox="1"/>
          <p:nvPr/>
        </p:nvSpPr>
        <p:spPr>
          <a:xfrm>
            <a:off x="457200" y="5989320"/>
            <a:ext cx="11274552" cy="320040"/>
          </a:xfrm>
          <a:prstGeom prst="rect">
            <a:avLst/>
          </a:prstGeom>
          <a:noFill/>
          <a:ln/>
        </p:spPr>
        <p:txBody>
          <a:bodyPr wrap="square" lIns="0" tIns="0" rIns="0" bIns="0" rtlCol="0" anchor="ctr"/>
          <a:lstStyle/>
          <a:p>
            <a:pPr marL="0" indent="0">
              <a:buNone/>
            </a:pPr>
            <a:r>
              <a:rPr lang="en-US" sz="1300" b="1" dirty="0">
                <a:solidFill>
                  <a:schemeClr val="tx2"/>
                </a:solidFill>
              </a:rPr>
              <a:t>Merge rule: </a:t>
            </a:r>
            <a:r>
              <a:rPr lang="en-US" sz="1300" dirty="0">
                <a:solidFill>
                  <a:schemeClr val="tx1"/>
                </a:solidFill>
              </a:rPr>
              <a:t>compare the front elements of both sorted halves and copy the smaller first; when one half is empty, copy the rest.</a:t>
            </a:r>
            <a:endParaRPr lang="en-US" sz="1300" dirty="0"/>
          </a:p>
        </p:txBody>
      </p:sp>
      <p:sp>
        <p:nvSpPr>
          <p:cNvPr id="3" name="Slide Number Placeholder 0"/>
          <p:cNvSpPr>
            <a:spLocks noGrp="1"/>
          </p:cNvSpPr>
          <p:nvPr>
            <p:ph type="sldNum" sz="quarter" idx="4294967295"/>
          </p:nvPr>
        </p:nvSpPr>
        <p:spPr>
          <a:xfrm>
            <a:off x="10972800" y="6400800"/>
            <a:ext cx="75895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143A7B"/>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lide-title"/>
          <p:cNvSpPr txBox="1"/>
          <p:nvPr/>
        </p:nvSpPr>
        <p:spPr>
          <a:xfrm>
            <a:off x="457200" y="274320"/>
            <a:ext cx="11274552" cy="685800"/>
          </a:xfrm>
          <a:prstGeom prst="rect">
            <a:avLst/>
          </a:prstGeom>
          <a:noFill/>
          <a:ln/>
        </p:spPr>
        <p:txBody>
          <a:bodyPr wrap="square" lIns="0" tIns="0" rIns="0" bIns="0" rtlCol="0" anchor="ctr"/>
          <a:lstStyle/>
          <a:p>
            <a:pPr marL="0" indent="0" algn="l">
              <a:buNone/>
            </a:pPr>
            <a:r>
              <a:rPr lang="en-US" sz="3000" b="1" dirty="0">
                <a:solidFill>
                  <a:schemeClr val="tx1"/>
                </a:solidFill>
                <a:latin typeface="Cambria" pitchFamily="34" charset="0"/>
                <a:ea typeface="Cambria" pitchFamily="34" charset="-122"/>
                <a:cs typeface="Cambria" pitchFamily="34" charset="-120"/>
              </a:rPr>
              <a:t>Complexity, Advantages, Disadvantages and Applications</a:t>
            </a:r>
            <a:endParaRPr lang="en-US" sz="3000" dirty="0"/>
          </a:p>
        </p:txBody>
      </p:sp>
      <p:graphicFrame>
        <p:nvGraphicFramePr>
          <p:cNvPr id="5" name="complexity-table"/>
          <p:cNvGraphicFramePr>
            <a:graphicFrameLocks noGrp="1"/>
          </p:cNvGraphicFramePr>
          <p:nvPr>
            <p:extLst>
              <p:ext uri="{D42A27DB-BD31-4B8C-83A1-F6EECF244321}">
                <p14:modId xmlns:p14="http://schemas.microsoft.com/office/powerpoint/2010/main" val="1579011935"/>
              </p:ext>
            </p:extLst>
          </p:nvPr>
        </p:nvGraphicFramePr>
        <p:xfrm>
          <a:off x="457200" y="1143000"/>
          <a:ext cx="4480560" cy="1463040"/>
        </p:xfrm>
        <a:graphic>
          <a:graphicData uri="http://schemas.openxmlformats.org/drawingml/2006/table">
            <a:tbl>
              <a:tblPr/>
              <a:tblGrid>
                <a:gridCol w="146304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tblGrid>
              <a:tr h="365760">
                <a:tc>
                  <a:txBody>
                    <a:bodyPr/>
                    <a:lstStyle/>
                    <a:p>
                      <a:pPr marL="0" indent="0" algn="ctr">
                        <a:buNone/>
                      </a:pPr>
                      <a:r>
                        <a:rPr lang="en-US" sz="1300" b="1" dirty="0">
                          <a:solidFill>
                            <a:schemeClr val="bg1"/>
                          </a:solidFill>
                        </a:rPr>
                        <a:t>Case</a:t>
                      </a:r>
                      <a:endParaRPr lang="en-US" sz="1300" dirty="0"/>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tx2"/>
                    </a:solidFill>
                  </a:tcPr>
                </a:tc>
                <a:tc>
                  <a:txBody>
                    <a:bodyPr/>
                    <a:lstStyle/>
                    <a:p>
                      <a:pPr marL="0" indent="0" algn="ctr">
                        <a:buNone/>
                      </a:pPr>
                      <a:r>
                        <a:rPr lang="en-US" sz="1300" b="1" dirty="0">
                          <a:solidFill>
                            <a:schemeClr val="bg1"/>
                          </a:solidFill>
                        </a:rPr>
                        <a:t>Time</a:t>
                      </a:r>
                      <a:endParaRPr lang="en-US" sz="1300" dirty="0"/>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tx2"/>
                    </a:solidFill>
                  </a:tcPr>
                </a:tc>
                <a:tc>
                  <a:txBody>
                    <a:bodyPr/>
                    <a:lstStyle/>
                    <a:p>
                      <a:pPr marL="0" indent="0" algn="ctr">
                        <a:buNone/>
                      </a:pPr>
                      <a:r>
                        <a:rPr lang="en-US" sz="1300" b="1" dirty="0">
                          <a:solidFill>
                            <a:schemeClr val="bg1"/>
                          </a:solidFill>
                        </a:rPr>
                        <a:t>Space (auxiliary)</a:t>
                      </a:r>
                      <a:endParaRPr lang="en-US" sz="1300" dirty="0"/>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365760">
                <a:tc>
                  <a:txBody>
                    <a:bodyPr/>
                    <a:lstStyle/>
                    <a:p>
                      <a:pPr marL="0" indent="0" algn="ctr">
                        <a:buNone/>
                      </a:pPr>
                      <a:r>
                        <a:rPr lang="en-US" sz="1300" b="1" dirty="0">
                          <a:solidFill>
                            <a:schemeClr val="tx1"/>
                          </a:solidFill>
                        </a:rPr>
                        <a:t>Best Case</a:t>
                      </a:r>
                      <a:endParaRPr lang="en-US" sz="1300" dirty="0"/>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rPr>
                        <a:t>O(n log n)</a:t>
                      </a:r>
                      <a:endParaRPr lang="en-US" sz="1300" dirty="0"/>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rPr>
                        <a:t>O(n)</a:t>
                      </a:r>
                      <a:endParaRPr lang="en-US" sz="1300" dirty="0"/>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365760">
                <a:tc>
                  <a:txBody>
                    <a:bodyPr/>
                    <a:lstStyle/>
                    <a:p>
                      <a:pPr marL="0" indent="0" algn="ctr">
                        <a:buNone/>
                      </a:pPr>
                      <a:r>
                        <a:rPr lang="en-US" sz="1300" b="1" dirty="0">
                          <a:solidFill>
                            <a:schemeClr val="tx1"/>
                          </a:solidFill>
                        </a:rPr>
                        <a:t>Average Case</a:t>
                      </a:r>
                      <a:endParaRPr lang="en-US" sz="1300" dirty="0"/>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rPr>
                        <a:t>O(n log n)</a:t>
                      </a:r>
                      <a:endParaRPr lang="en-US" sz="1300" dirty="0"/>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rPr>
                        <a:t>O(n)</a:t>
                      </a:r>
                      <a:endParaRPr lang="en-US" sz="1300" dirty="0"/>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365760">
                <a:tc>
                  <a:txBody>
                    <a:bodyPr/>
                    <a:lstStyle/>
                    <a:p>
                      <a:pPr marL="0" indent="0" algn="ctr">
                        <a:buNone/>
                      </a:pPr>
                      <a:r>
                        <a:rPr lang="en-US" sz="1300" b="1" dirty="0">
                          <a:solidFill>
                            <a:schemeClr val="tx1"/>
                          </a:solidFill>
                        </a:rPr>
                        <a:t>Worst Case</a:t>
                      </a:r>
                      <a:endParaRPr lang="en-US" sz="1300" dirty="0"/>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rPr>
                        <a:t>O(n log n)</a:t>
                      </a:r>
                      <a:endParaRPr lang="en-US" sz="1300" dirty="0"/>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rPr>
                        <a:t>O(n)</a:t>
                      </a:r>
                      <a:endParaRPr lang="en-US" sz="1300" dirty="0"/>
                    </a:p>
                  </a:txBody>
                  <a:tcPr marL="45720" marR="4572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bl>
          </a:graphicData>
        </a:graphic>
      </p:graphicFrame>
      <p:sp>
        <p:nvSpPr>
          <p:cNvPr id="3" name="Text 1"/>
          <p:cNvSpPr txBox="1"/>
          <p:nvPr/>
        </p:nvSpPr>
        <p:spPr>
          <a:xfrm>
            <a:off x="457200" y="2651760"/>
            <a:ext cx="4480560" cy="274320"/>
          </a:xfrm>
          <a:prstGeom prst="rect">
            <a:avLst/>
          </a:prstGeom>
          <a:noFill/>
          <a:ln/>
        </p:spPr>
        <p:txBody>
          <a:bodyPr wrap="square" lIns="0" tIns="0" rIns="0" bIns="0" rtlCol="0" anchor="ctr"/>
          <a:lstStyle/>
          <a:p>
            <a:pPr marL="0" indent="0">
              <a:buNone/>
            </a:pPr>
            <a:r>
              <a:rPr lang="en-US" sz="1100" i="1" dirty="0">
                <a:solidFill>
                  <a:schemeClr val="tx2"/>
                </a:solidFill>
              </a:rPr>
              <a:t>Space: O(n) auxiliary for a standard array-based implementation.</a:t>
            </a:r>
            <a:endParaRPr lang="en-US" sz="1100" dirty="0"/>
          </a:p>
        </p:txBody>
      </p:sp>
      <p:sp>
        <p:nvSpPr>
          <p:cNvPr id="6" name="why-card"/>
          <p:cNvSpPr/>
          <p:nvPr/>
        </p:nvSpPr>
        <p:spPr>
          <a:xfrm>
            <a:off x="457200" y="3063240"/>
            <a:ext cx="4480560" cy="2697480"/>
          </a:xfrm>
          <a:prstGeom prst="roundRect">
            <a:avLst>
              <a:gd name="adj" fmla="val 3390"/>
            </a:avLst>
          </a:prstGeom>
          <a:solidFill>
            <a:schemeClr val="bg2"/>
          </a:solidFill>
          <a:ln w="15875">
            <a:solidFill>
              <a:schemeClr val="accent1"/>
            </a:solidFill>
            <a:prstDash val="solid"/>
          </a:ln>
        </p:spPr>
      </p:sp>
      <p:sp>
        <p:nvSpPr>
          <p:cNvPr id="7" name="Text 3"/>
          <p:cNvSpPr txBox="1"/>
          <p:nvPr/>
        </p:nvSpPr>
        <p:spPr>
          <a:xfrm>
            <a:off x="685800" y="3154680"/>
            <a:ext cx="4023360" cy="365760"/>
          </a:xfrm>
          <a:prstGeom prst="rect">
            <a:avLst/>
          </a:prstGeom>
          <a:noFill/>
          <a:ln/>
        </p:spPr>
        <p:txBody>
          <a:bodyPr wrap="square" lIns="0" tIns="0" rIns="0" bIns="0" rtlCol="0" anchor="ctr"/>
          <a:lstStyle/>
          <a:p>
            <a:pPr marL="0" indent="0">
              <a:buNone/>
            </a:pPr>
            <a:r>
              <a:rPr lang="en-US" sz="1600" b="1" dirty="0">
                <a:solidFill>
                  <a:schemeClr val="tx2"/>
                </a:solidFill>
              </a:rPr>
              <a:t>WHY O(n log n)?</a:t>
            </a:r>
            <a:endParaRPr lang="en-US" sz="1600" dirty="0"/>
          </a:p>
        </p:txBody>
      </p:sp>
      <p:sp>
        <p:nvSpPr>
          <p:cNvPr id="8" name="why-bullets"/>
          <p:cNvSpPr txBox="1"/>
          <p:nvPr/>
        </p:nvSpPr>
        <p:spPr>
          <a:xfrm>
            <a:off x="685800" y="3566160"/>
            <a:ext cx="4069080" cy="137160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1"/>
                </a:solidFill>
              </a:rPr>
              <a:t>The array is divided into approximately log₂(n) levels.</a:t>
            </a:r>
            <a:endParaRPr lang="en-US" sz="1300" dirty="0"/>
          </a:p>
          <a:p>
            <a:pPr marL="342900" indent="-342900">
              <a:spcAft>
                <a:spcPts val="500"/>
              </a:spcAft>
              <a:buSzPct val="100000"/>
              <a:buChar char="•"/>
            </a:pPr>
            <a:r>
              <a:rPr lang="en-US" sz="1300" dirty="0">
                <a:solidFill>
                  <a:schemeClr val="tx1"/>
                </a:solidFill>
              </a:rPr>
              <a:t>Each level requires O(n) total merging work.</a:t>
            </a:r>
            <a:endParaRPr lang="en-US" sz="1300" dirty="0"/>
          </a:p>
          <a:p>
            <a:pPr marL="342900" indent="-342900">
              <a:spcAft>
                <a:spcPts val="500"/>
              </a:spcAft>
              <a:buSzPct val="100000"/>
              <a:buChar char="•"/>
            </a:pPr>
            <a:r>
              <a:rPr lang="en-US" sz="1300" dirty="0">
                <a:solidFill>
                  <a:schemeClr val="tx1"/>
                </a:solidFill>
              </a:rPr>
              <a:t>Therefore, the total time complexity is O(n log n).</a:t>
            </a:r>
            <a:endParaRPr lang="en-US" sz="1300" dirty="0"/>
          </a:p>
        </p:txBody>
      </p:sp>
      <p:sp>
        <p:nvSpPr>
          <p:cNvPr id="9" name="formula"/>
          <p:cNvSpPr txBox="1"/>
          <p:nvPr/>
        </p:nvSpPr>
        <p:spPr>
          <a:xfrm>
            <a:off x="640080" y="5029200"/>
            <a:ext cx="4114800" cy="548640"/>
          </a:xfrm>
          <a:prstGeom prst="roundRect">
            <a:avLst>
              <a:gd name="adj" fmla="val 13333"/>
            </a:avLst>
          </a:prstGeom>
          <a:solidFill>
            <a:schemeClr val="tx1"/>
          </a:solidFill>
          <a:ln/>
        </p:spPr>
        <p:txBody>
          <a:bodyPr wrap="square" lIns="635" tIns="635" rIns="635" bIns="635" rtlCol="0" anchor="ctr"/>
          <a:lstStyle/>
          <a:p>
            <a:pPr marL="0" indent="0" algn="ctr">
              <a:buNone/>
            </a:pPr>
            <a:r>
              <a:rPr lang="en-US" sz="1500" b="1" dirty="0">
                <a:solidFill>
                  <a:schemeClr val="accent5"/>
                </a:solidFill>
              </a:rPr>
              <a:t>log₂ n</a:t>
            </a:r>
            <a:r>
              <a:rPr lang="en-US" sz="1500" b="1" dirty="0">
                <a:solidFill>
                  <a:schemeClr val="bg1"/>
                </a:solidFill>
              </a:rPr>
              <a:t>  levels  ×  </a:t>
            </a:r>
            <a:r>
              <a:rPr lang="en-US" sz="1500" b="1" dirty="0">
                <a:solidFill>
                  <a:schemeClr val="accent5"/>
                </a:solidFill>
              </a:rPr>
              <a:t>O(n)</a:t>
            </a:r>
            <a:r>
              <a:rPr lang="en-US" sz="1500" b="1" dirty="0">
                <a:solidFill>
                  <a:schemeClr val="bg1"/>
                </a:solidFill>
              </a:rPr>
              <a:t>  per level  =  </a:t>
            </a:r>
            <a:r>
              <a:rPr lang="en-US" sz="1500" b="1" dirty="0">
                <a:solidFill>
                  <a:schemeClr val="accent3"/>
                </a:solidFill>
              </a:rPr>
              <a:t>O(n log n)</a:t>
            </a:r>
            <a:endParaRPr lang="en-US" sz="1500" dirty="0"/>
          </a:p>
        </p:txBody>
      </p:sp>
      <p:sp>
        <p:nvSpPr>
          <p:cNvPr id="10" name="advantages"/>
          <p:cNvSpPr/>
          <p:nvPr/>
        </p:nvSpPr>
        <p:spPr>
          <a:xfrm>
            <a:off x="5212080" y="1143000"/>
            <a:ext cx="3154680" cy="3063240"/>
          </a:xfrm>
          <a:prstGeom prst="roundRect">
            <a:avLst>
              <a:gd name="adj" fmla="val 2985"/>
            </a:avLst>
          </a:prstGeom>
          <a:solidFill>
            <a:schemeClr val="bg2"/>
          </a:solidFill>
          <a:ln w="15875">
            <a:solidFill>
              <a:schemeClr val="accent4"/>
            </a:solidFill>
            <a:prstDash val="solid"/>
          </a:ln>
        </p:spPr>
      </p:sp>
      <p:sp>
        <p:nvSpPr>
          <p:cNvPr id="11" name="Text 7"/>
          <p:cNvSpPr txBox="1"/>
          <p:nvPr/>
        </p:nvSpPr>
        <p:spPr>
          <a:xfrm>
            <a:off x="5394960" y="1280160"/>
            <a:ext cx="384048" cy="384048"/>
          </a:xfrm>
          <a:prstGeom prst="ellipse">
            <a:avLst/>
          </a:prstGeom>
          <a:solidFill>
            <a:schemeClr val="accent4"/>
          </a:solidFill>
          <a:ln/>
        </p:spPr>
        <p:txBody>
          <a:bodyPr wrap="square" lIns="0" tIns="0" rIns="0" bIns="0" rtlCol="0" anchor="ctr"/>
          <a:lstStyle/>
          <a:p>
            <a:pPr marL="0" indent="0" algn="ctr">
              <a:buNone/>
            </a:pPr>
            <a:r>
              <a:rPr lang="en-US" sz="1600" b="1" dirty="0">
                <a:solidFill>
                  <a:schemeClr val="bg1"/>
                </a:solidFill>
              </a:rPr>
              <a:t>+</a:t>
            </a:r>
            <a:endParaRPr lang="en-US" sz="1600" dirty="0"/>
          </a:p>
        </p:txBody>
      </p:sp>
      <p:sp>
        <p:nvSpPr>
          <p:cNvPr id="12" name="Text 8"/>
          <p:cNvSpPr txBox="1"/>
          <p:nvPr/>
        </p:nvSpPr>
        <p:spPr>
          <a:xfrm>
            <a:off x="5897880" y="1280160"/>
            <a:ext cx="2331720" cy="384048"/>
          </a:xfrm>
          <a:prstGeom prst="rect">
            <a:avLst/>
          </a:prstGeom>
          <a:noFill/>
          <a:ln/>
        </p:spPr>
        <p:txBody>
          <a:bodyPr wrap="square" lIns="0" tIns="0" rIns="0" bIns="0" rtlCol="0" anchor="ctr"/>
          <a:lstStyle/>
          <a:p>
            <a:pPr marL="0" indent="0">
              <a:buNone/>
            </a:pPr>
            <a:r>
              <a:rPr lang="en-US" sz="1600" b="1" dirty="0">
                <a:solidFill>
                  <a:schemeClr val="tx2"/>
                </a:solidFill>
              </a:rPr>
              <a:t>ADVANTAGES</a:t>
            </a:r>
            <a:endParaRPr lang="en-US" sz="1600" dirty="0"/>
          </a:p>
        </p:txBody>
      </p:sp>
      <p:sp>
        <p:nvSpPr>
          <p:cNvPr id="13" name="advantages-bullets"/>
          <p:cNvSpPr txBox="1"/>
          <p:nvPr/>
        </p:nvSpPr>
        <p:spPr>
          <a:xfrm>
            <a:off x="5394960" y="1783080"/>
            <a:ext cx="2788920" cy="228600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1"/>
                </a:solidFill>
              </a:rPr>
              <a:t>Predictable O(n log n) running time.</a:t>
            </a:r>
            <a:endParaRPr lang="en-US" sz="1300" dirty="0"/>
          </a:p>
          <a:p>
            <a:pPr marL="342900" indent="-342900">
              <a:spcAft>
                <a:spcPts val="500"/>
              </a:spcAft>
              <a:buSzPct val="100000"/>
              <a:buChar char="•"/>
            </a:pPr>
            <a:r>
              <a:rPr lang="en-US" sz="1300" dirty="0">
                <a:solidFill>
                  <a:schemeClr val="tx1"/>
                </a:solidFill>
              </a:rPr>
              <a:t>Stable sorting when equal elements are merged appropriately.</a:t>
            </a:r>
            <a:endParaRPr lang="en-US" sz="1300" dirty="0"/>
          </a:p>
          <a:p>
            <a:pPr marL="342900" indent="-342900">
              <a:spcAft>
                <a:spcPts val="500"/>
              </a:spcAft>
              <a:buSzPct val="100000"/>
              <a:buChar char="•"/>
            </a:pPr>
            <a:r>
              <a:rPr lang="en-US" sz="1300" dirty="0">
                <a:solidFill>
                  <a:schemeClr val="tx1"/>
                </a:solidFill>
              </a:rPr>
              <a:t>Suitable for linked lists and external sorting of large datasets.</a:t>
            </a:r>
            <a:endParaRPr lang="en-US" sz="1300" dirty="0"/>
          </a:p>
          <a:p>
            <a:pPr marL="342900" indent="-342900">
              <a:spcAft>
                <a:spcPts val="500"/>
              </a:spcAft>
              <a:buSzPct val="100000"/>
              <a:buChar char="•"/>
            </a:pPr>
            <a:r>
              <a:rPr lang="en-US" sz="1300" dirty="0">
                <a:solidFill>
                  <a:schemeClr val="tx1"/>
                </a:solidFill>
              </a:rPr>
              <a:t>Effective for sorting large datasets.</a:t>
            </a:r>
            <a:endParaRPr lang="en-US" sz="1300" dirty="0"/>
          </a:p>
        </p:txBody>
      </p:sp>
      <p:sp>
        <p:nvSpPr>
          <p:cNvPr id="14" name="disadvantages"/>
          <p:cNvSpPr/>
          <p:nvPr/>
        </p:nvSpPr>
        <p:spPr>
          <a:xfrm>
            <a:off x="8577072" y="1143000"/>
            <a:ext cx="3154680" cy="3063240"/>
          </a:xfrm>
          <a:prstGeom prst="roundRect">
            <a:avLst>
              <a:gd name="adj" fmla="val 2985"/>
            </a:avLst>
          </a:prstGeom>
          <a:solidFill>
            <a:schemeClr val="bg2"/>
          </a:solidFill>
          <a:ln w="15875">
            <a:solidFill>
              <a:schemeClr val="accent6"/>
            </a:solidFill>
            <a:prstDash val="solid"/>
          </a:ln>
        </p:spPr>
      </p:sp>
      <p:sp>
        <p:nvSpPr>
          <p:cNvPr id="15" name="Text 11"/>
          <p:cNvSpPr txBox="1"/>
          <p:nvPr/>
        </p:nvSpPr>
        <p:spPr>
          <a:xfrm>
            <a:off x="8759952" y="1280160"/>
            <a:ext cx="384048" cy="384048"/>
          </a:xfrm>
          <a:prstGeom prst="ellipse">
            <a:avLst/>
          </a:prstGeom>
          <a:solidFill>
            <a:schemeClr val="accent6"/>
          </a:solidFill>
          <a:ln/>
        </p:spPr>
        <p:txBody>
          <a:bodyPr wrap="square" lIns="0" tIns="0" rIns="0" bIns="0" rtlCol="0" anchor="ctr"/>
          <a:lstStyle/>
          <a:p>
            <a:pPr marL="0" indent="0" algn="ctr">
              <a:buNone/>
            </a:pPr>
            <a:r>
              <a:rPr lang="en-US" sz="1600" b="1" dirty="0">
                <a:solidFill>
                  <a:schemeClr val="bg1"/>
                </a:solidFill>
              </a:rPr>
              <a:t>–</a:t>
            </a:r>
            <a:endParaRPr lang="en-US" sz="1600" dirty="0"/>
          </a:p>
        </p:txBody>
      </p:sp>
      <p:sp>
        <p:nvSpPr>
          <p:cNvPr id="16" name="Text 12"/>
          <p:cNvSpPr txBox="1"/>
          <p:nvPr/>
        </p:nvSpPr>
        <p:spPr>
          <a:xfrm>
            <a:off x="9262872" y="1280160"/>
            <a:ext cx="2331720" cy="384048"/>
          </a:xfrm>
          <a:prstGeom prst="rect">
            <a:avLst/>
          </a:prstGeom>
          <a:noFill/>
          <a:ln/>
        </p:spPr>
        <p:txBody>
          <a:bodyPr wrap="square" lIns="0" tIns="0" rIns="0" bIns="0" rtlCol="0" anchor="ctr"/>
          <a:lstStyle/>
          <a:p>
            <a:pPr marL="0" indent="0">
              <a:buNone/>
            </a:pPr>
            <a:r>
              <a:rPr lang="en-US" sz="1600" b="1" dirty="0">
                <a:solidFill>
                  <a:schemeClr val="tx2"/>
                </a:solidFill>
              </a:rPr>
              <a:t>DISADVANTAGES</a:t>
            </a:r>
            <a:endParaRPr lang="en-US" sz="1600" dirty="0"/>
          </a:p>
        </p:txBody>
      </p:sp>
      <p:sp>
        <p:nvSpPr>
          <p:cNvPr id="17" name="disadvantages-bullets"/>
          <p:cNvSpPr txBox="1"/>
          <p:nvPr/>
        </p:nvSpPr>
        <p:spPr>
          <a:xfrm>
            <a:off x="8759952" y="1783080"/>
            <a:ext cx="2788920" cy="228600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1"/>
                </a:solidFill>
              </a:rPr>
              <a:t>Standard array-based implementation requires O(n) auxiliary memory.</a:t>
            </a:r>
            <a:endParaRPr lang="en-US" sz="1300" dirty="0"/>
          </a:p>
          <a:p>
            <a:pPr marL="342900" indent="-342900">
              <a:spcAft>
                <a:spcPts val="500"/>
              </a:spcAft>
              <a:buSzPct val="100000"/>
              <a:buChar char="•"/>
            </a:pPr>
            <a:r>
              <a:rPr lang="en-US" sz="1300" dirty="0">
                <a:solidFill>
                  <a:schemeClr val="tx1"/>
                </a:solidFill>
              </a:rPr>
              <a:t>Recursive calls introduce overhead.</a:t>
            </a:r>
            <a:endParaRPr lang="en-US" sz="1300" dirty="0"/>
          </a:p>
          <a:p>
            <a:pPr marL="342900" indent="-342900">
              <a:spcAft>
                <a:spcPts val="500"/>
              </a:spcAft>
              <a:buSzPct val="100000"/>
              <a:buChar char="•"/>
            </a:pPr>
            <a:r>
              <a:rPr lang="en-US" sz="1300" dirty="0">
                <a:solidFill>
                  <a:schemeClr val="tx1"/>
                </a:solidFill>
              </a:rPr>
              <a:t>Often less memory-efficient than in-place algorithms such as Quick Sort for arrays.</a:t>
            </a:r>
            <a:endParaRPr lang="en-US" sz="1300" dirty="0"/>
          </a:p>
        </p:txBody>
      </p:sp>
      <p:sp>
        <p:nvSpPr>
          <p:cNvPr id="18" name="applications-card"/>
          <p:cNvSpPr/>
          <p:nvPr/>
        </p:nvSpPr>
        <p:spPr>
          <a:xfrm>
            <a:off x="5212080" y="4434840"/>
            <a:ext cx="6519672" cy="1325880"/>
          </a:xfrm>
          <a:prstGeom prst="roundRect">
            <a:avLst>
              <a:gd name="adj" fmla="val 6897"/>
            </a:avLst>
          </a:prstGeom>
          <a:solidFill>
            <a:schemeClr val="bg2"/>
          </a:solidFill>
          <a:ln w="15875">
            <a:solidFill>
              <a:schemeClr val="accent1"/>
            </a:solidFill>
            <a:prstDash val="solid"/>
          </a:ln>
        </p:spPr>
      </p:sp>
      <p:sp>
        <p:nvSpPr>
          <p:cNvPr id="19" name="Text 15"/>
          <p:cNvSpPr txBox="1"/>
          <p:nvPr/>
        </p:nvSpPr>
        <p:spPr>
          <a:xfrm>
            <a:off x="5394960" y="4498848"/>
            <a:ext cx="3657600" cy="320040"/>
          </a:xfrm>
          <a:prstGeom prst="rect">
            <a:avLst/>
          </a:prstGeom>
          <a:noFill/>
          <a:ln/>
        </p:spPr>
        <p:txBody>
          <a:bodyPr wrap="square" lIns="0" tIns="0" rIns="0" bIns="0" rtlCol="0" anchor="ctr"/>
          <a:lstStyle/>
          <a:p>
            <a:pPr marL="0" indent="0">
              <a:buNone/>
            </a:pPr>
            <a:r>
              <a:rPr lang="en-US" sz="1600" b="1" dirty="0">
                <a:solidFill>
                  <a:schemeClr val="tx2"/>
                </a:solidFill>
              </a:rPr>
              <a:t>APPLICATIONS</a:t>
            </a:r>
            <a:endParaRPr lang="en-US" sz="1600" dirty="0"/>
          </a:p>
        </p:txBody>
      </p:sp>
      <p:sp>
        <p:nvSpPr>
          <p:cNvPr id="20" name="app-chip-1"/>
          <p:cNvSpPr txBox="1"/>
          <p:nvPr/>
        </p:nvSpPr>
        <p:spPr>
          <a:xfrm>
            <a:off x="5349240" y="4892040"/>
            <a:ext cx="1463040" cy="731520"/>
          </a:xfrm>
          <a:prstGeom prst="roundRect">
            <a:avLst>
              <a:gd name="adj" fmla="val 10000"/>
            </a:avLst>
          </a:prstGeom>
          <a:solidFill>
            <a:schemeClr val="tx2"/>
          </a:solidFill>
          <a:ln/>
        </p:spPr>
        <p:txBody>
          <a:bodyPr wrap="square" lIns="762" tIns="762" rIns="762" bIns="762" rtlCol="0" anchor="ctr"/>
          <a:lstStyle/>
          <a:p>
            <a:pPr marL="0" indent="0" algn="ctr">
              <a:buNone/>
            </a:pPr>
            <a:r>
              <a:rPr lang="en-US" sz="1200" b="1" dirty="0">
                <a:solidFill>
                  <a:schemeClr val="bg1"/>
                </a:solidFill>
              </a:rPr>
              <a:t>External sorting of large files</a:t>
            </a:r>
            <a:endParaRPr lang="en-US" sz="1200" dirty="0"/>
          </a:p>
        </p:txBody>
      </p:sp>
      <p:sp>
        <p:nvSpPr>
          <p:cNvPr id="21" name="app-chip-2"/>
          <p:cNvSpPr txBox="1"/>
          <p:nvPr/>
        </p:nvSpPr>
        <p:spPr>
          <a:xfrm>
            <a:off x="6940296" y="4892040"/>
            <a:ext cx="1463040" cy="731520"/>
          </a:xfrm>
          <a:prstGeom prst="roundRect">
            <a:avLst>
              <a:gd name="adj" fmla="val 10000"/>
            </a:avLst>
          </a:prstGeom>
          <a:solidFill>
            <a:schemeClr val="tx2"/>
          </a:solidFill>
          <a:ln/>
        </p:spPr>
        <p:txBody>
          <a:bodyPr wrap="square" lIns="762" tIns="762" rIns="762" bIns="762" rtlCol="0" anchor="ctr"/>
          <a:lstStyle/>
          <a:p>
            <a:pPr marL="0" indent="0" algn="ctr">
              <a:buNone/>
            </a:pPr>
            <a:r>
              <a:rPr lang="en-US" sz="1200" b="1" dirty="0">
                <a:solidFill>
                  <a:schemeClr val="bg1"/>
                </a:solidFill>
              </a:rPr>
              <a:t>Sorting linked lists</a:t>
            </a:r>
            <a:endParaRPr lang="en-US" sz="1200" dirty="0"/>
          </a:p>
        </p:txBody>
      </p:sp>
      <p:sp>
        <p:nvSpPr>
          <p:cNvPr id="22" name="app-chip-3"/>
          <p:cNvSpPr txBox="1"/>
          <p:nvPr/>
        </p:nvSpPr>
        <p:spPr>
          <a:xfrm>
            <a:off x="8531352" y="4892040"/>
            <a:ext cx="1463040" cy="731520"/>
          </a:xfrm>
          <a:prstGeom prst="roundRect">
            <a:avLst>
              <a:gd name="adj" fmla="val 10000"/>
            </a:avLst>
          </a:prstGeom>
          <a:solidFill>
            <a:schemeClr val="tx2"/>
          </a:solidFill>
          <a:ln/>
        </p:spPr>
        <p:txBody>
          <a:bodyPr wrap="square" lIns="762" tIns="762" rIns="762" bIns="762" rtlCol="0" anchor="ctr"/>
          <a:lstStyle/>
          <a:p>
            <a:pPr marL="0" indent="0" algn="ctr">
              <a:buNone/>
            </a:pPr>
            <a:r>
              <a:rPr lang="en-US" sz="1200" b="1" dirty="0">
                <a:solidFill>
                  <a:schemeClr val="bg1"/>
                </a:solidFill>
              </a:rPr>
              <a:t>Stable sorting of records</a:t>
            </a:r>
            <a:endParaRPr lang="en-US" sz="1200" dirty="0"/>
          </a:p>
        </p:txBody>
      </p:sp>
      <p:sp>
        <p:nvSpPr>
          <p:cNvPr id="23" name="app-chip-4"/>
          <p:cNvSpPr txBox="1"/>
          <p:nvPr/>
        </p:nvSpPr>
        <p:spPr>
          <a:xfrm>
            <a:off x="10122408" y="4892040"/>
            <a:ext cx="1463040" cy="731520"/>
          </a:xfrm>
          <a:prstGeom prst="roundRect">
            <a:avLst>
              <a:gd name="adj" fmla="val 10000"/>
            </a:avLst>
          </a:prstGeom>
          <a:solidFill>
            <a:schemeClr val="tx2"/>
          </a:solidFill>
          <a:ln/>
        </p:spPr>
        <p:txBody>
          <a:bodyPr wrap="square" lIns="762" tIns="762" rIns="762" bIns="762" rtlCol="0" anchor="ctr"/>
          <a:lstStyle/>
          <a:p>
            <a:pPr marL="0" indent="0" algn="ctr">
              <a:buNone/>
            </a:pPr>
            <a:r>
              <a:rPr lang="en-US" sz="1200" b="1" dirty="0">
                <a:solidFill>
                  <a:schemeClr val="bg1"/>
                </a:solidFill>
              </a:rPr>
              <a:t>Parallel sorting implementations</a:t>
            </a:r>
            <a:endParaRPr lang="en-US" sz="1200" dirty="0"/>
          </a:p>
        </p:txBody>
      </p:sp>
      <p:sp>
        <p:nvSpPr>
          <p:cNvPr id="24" name="ai-credit"/>
          <p:cNvSpPr txBox="1"/>
          <p:nvPr/>
        </p:nvSpPr>
        <p:spPr>
          <a:xfrm>
            <a:off x="457200" y="5989320"/>
            <a:ext cx="4480560" cy="274320"/>
          </a:xfrm>
          <a:prstGeom prst="rect">
            <a:avLst/>
          </a:prstGeom>
          <a:noFill/>
          <a:ln/>
        </p:spPr>
        <p:txBody>
          <a:bodyPr wrap="square" lIns="0" tIns="0" rIns="0" bIns="0" rtlCol="0" anchor="ctr"/>
          <a:lstStyle/>
          <a:p>
            <a:pPr marL="0" indent="0">
              <a:buNone/>
            </a:pPr>
            <a:r>
              <a:rPr lang="en-US" sz="1100" dirty="0">
                <a:solidFill>
                  <a:schemeClr val="tx2"/>
                </a:solidFill>
              </a:rPr>
              <a:t>Generated using Claude</a:t>
            </a:r>
            <a:endParaRPr lang="en-US" sz="1100" dirty="0"/>
          </a:p>
        </p:txBody>
      </p:sp>
      <p:sp>
        <p:nvSpPr>
          <p:cNvPr id="25" name="Slide Number Placeholder 0"/>
          <p:cNvSpPr>
            <a:spLocks noGrp="1"/>
          </p:cNvSpPr>
          <p:nvPr>
            <p:ph type="sldNum" sz="quarter" idx="4294967295"/>
          </p:nvPr>
        </p:nvSpPr>
        <p:spPr>
          <a:xfrm>
            <a:off x="10972800" y="6400800"/>
            <a:ext cx="75895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143A7B"/>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Shape 0"/>
          <p:cNvSpPr/>
          <p:nvPr/>
        </p:nvSpPr>
        <p:spPr>
          <a:xfrm flipV="1">
            <a:off x="1188720" y="822960"/>
            <a:ext cx="1188720" cy="274320"/>
          </a:xfrm>
          <a:prstGeom prst="line">
            <a:avLst/>
          </a:prstGeom>
          <a:noFill/>
          <a:ln w="12700">
            <a:solidFill>
              <a:schemeClr val="accent1">
                <a:alpha val="40000"/>
              </a:schemeClr>
            </a:solidFill>
            <a:prstDash val="solid"/>
          </a:ln>
        </p:spPr>
      </p:sp>
      <p:sp>
        <p:nvSpPr>
          <p:cNvPr id="4" name="Shape 1"/>
          <p:cNvSpPr/>
          <p:nvPr/>
        </p:nvSpPr>
        <p:spPr>
          <a:xfrm>
            <a:off x="2377440" y="822960"/>
            <a:ext cx="914400" cy="731520"/>
          </a:xfrm>
          <a:prstGeom prst="line">
            <a:avLst/>
          </a:prstGeom>
          <a:noFill/>
          <a:ln w="12700">
            <a:solidFill>
              <a:schemeClr val="accent1">
                <a:alpha val="40000"/>
              </a:schemeClr>
            </a:solidFill>
            <a:prstDash val="solid"/>
          </a:ln>
        </p:spPr>
      </p:sp>
      <p:sp>
        <p:nvSpPr>
          <p:cNvPr id="5" name="Shape 2"/>
          <p:cNvSpPr/>
          <p:nvPr/>
        </p:nvSpPr>
        <p:spPr>
          <a:xfrm>
            <a:off x="1188720" y="1097280"/>
            <a:ext cx="548640" cy="1097280"/>
          </a:xfrm>
          <a:prstGeom prst="line">
            <a:avLst/>
          </a:prstGeom>
          <a:noFill/>
          <a:ln w="12700">
            <a:solidFill>
              <a:schemeClr val="accent1">
                <a:alpha val="40000"/>
              </a:schemeClr>
            </a:solidFill>
            <a:prstDash val="solid"/>
          </a:ln>
        </p:spPr>
      </p:sp>
      <p:sp>
        <p:nvSpPr>
          <p:cNvPr id="6" name="Shape 3"/>
          <p:cNvSpPr/>
          <p:nvPr/>
        </p:nvSpPr>
        <p:spPr>
          <a:xfrm flipH="1">
            <a:off x="1737360" y="1554480"/>
            <a:ext cx="1554480" cy="640080"/>
          </a:xfrm>
          <a:prstGeom prst="line">
            <a:avLst/>
          </a:prstGeom>
          <a:noFill/>
          <a:ln w="12700">
            <a:solidFill>
              <a:schemeClr val="accent1">
                <a:alpha val="40000"/>
              </a:schemeClr>
            </a:solidFill>
            <a:prstDash val="solid"/>
          </a:ln>
        </p:spPr>
      </p:sp>
      <p:sp>
        <p:nvSpPr>
          <p:cNvPr id="7" name="Shape 4"/>
          <p:cNvSpPr/>
          <p:nvPr/>
        </p:nvSpPr>
        <p:spPr>
          <a:xfrm flipH="1">
            <a:off x="822960" y="2194560"/>
            <a:ext cx="914400" cy="457200"/>
          </a:xfrm>
          <a:prstGeom prst="line">
            <a:avLst/>
          </a:prstGeom>
          <a:noFill/>
          <a:ln w="12700">
            <a:solidFill>
              <a:schemeClr val="accent1">
                <a:alpha val="40000"/>
              </a:schemeClr>
            </a:solidFill>
            <a:prstDash val="solid"/>
          </a:ln>
        </p:spPr>
      </p:sp>
      <p:sp>
        <p:nvSpPr>
          <p:cNvPr id="8" name="Shape 5"/>
          <p:cNvSpPr/>
          <p:nvPr/>
        </p:nvSpPr>
        <p:spPr>
          <a:xfrm>
            <a:off x="10607040" y="914400"/>
            <a:ext cx="731520" cy="822960"/>
          </a:xfrm>
          <a:prstGeom prst="line">
            <a:avLst/>
          </a:prstGeom>
          <a:noFill/>
          <a:ln w="12700">
            <a:solidFill>
              <a:schemeClr val="accent1">
                <a:alpha val="40000"/>
              </a:schemeClr>
            </a:solidFill>
            <a:prstDash val="solid"/>
          </a:ln>
        </p:spPr>
      </p:sp>
      <p:sp>
        <p:nvSpPr>
          <p:cNvPr id="9" name="Shape 6"/>
          <p:cNvSpPr/>
          <p:nvPr/>
        </p:nvSpPr>
        <p:spPr>
          <a:xfrm flipH="1">
            <a:off x="9875520" y="1737360"/>
            <a:ext cx="1463040" cy="365760"/>
          </a:xfrm>
          <a:prstGeom prst="line">
            <a:avLst/>
          </a:prstGeom>
          <a:noFill/>
          <a:ln w="12700">
            <a:solidFill>
              <a:schemeClr val="accent1">
                <a:alpha val="40000"/>
              </a:schemeClr>
            </a:solidFill>
            <a:prstDash val="solid"/>
          </a:ln>
        </p:spPr>
      </p:sp>
      <p:sp>
        <p:nvSpPr>
          <p:cNvPr id="10" name="Shape 7"/>
          <p:cNvSpPr/>
          <p:nvPr/>
        </p:nvSpPr>
        <p:spPr>
          <a:xfrm flipH="1">
            <a:off x="9875520" y="914400"/>
            <a:ext cx="731520" cy="1188720"/>
          </a:xfrm>
          <a:prstGeom prst="line">
            <a:avLst/>
          </a:prstGeom>
          <a:noFill/>
          <a:ln w="12700">
            <a:solidFill>
              <a:schemeClr val="accent1">
                <a:alpha val="40000"/>
              </a:schemeClr>
            </a:solidFill>
            <a:prstDash val="solid"/>
          </a:ln>
        </p:spPr>
      </p:sp>
      <p:sp>
        <p:nvSpPr>
          <p:cNvPr id="11" name="Shape 8"/>
          <p:cNvSpPr/>
          <p:nvPr/>
        </p:nvSpPr>
        <p:spPr>
          <a:xfrm>
            <a:off x="9875520" y="2103120"/>
            <a:ext cx="1097280" cy="548640"/>
          </a:xfrm>
          <a:prstGeom prst="line">
            <a:avLst/>
          </a:prstGeom>
          <a:noFill/>
          <a:ln w="12700">
            <a:solidFill>
              <a:schemeClr val="accent1">
                <a:alpha val="40000"/>
              </a:schemeClr>
            </a:solidFill>
            <a:prstDash val="solid"/>
          </a:ln>
        </p:spPr>
      </p:sp>
      <p:sp>
        <p:nvSpPr>
          <p:cNvPr id="12" name="Shape 9"/>
          <p:cNvSpPr/>
          <p:nvPr/>
        </p:nvSpPr>
        <p:spPr>
          <a:xfrm flipH="1">
            <a:off x="10972800" y="1737360"/>
            <a:ext cx="365760" cy="914400"/>
          </a:xfrm>
          <a:prstGeom prst="line">
            <a:avLst/>
          </a:prstGeom>
          <a:noFill/>
          <a:ln w="12700">
            <a:solidFill>
              <a:schemeClr val="accent1">
                <a:alpha val="40000"/>
              </a:schemeClr>
            </a:solidFill>
            <a:prstDash val="solid"/>
          </a:ln>
        </p:spPr>
      </p:sp>
      <p:sp>
        <p:nvSpPr>
          <p:cNvPr id="13" name="graph-node-0"/>
          <p:cNvSpPr/>
          <p:nvPr/>
        </p:nvSpPr>
        <p:spPr>
          <a:xfrm>
            <a:off x="1060704" y="969264"/>
            <a:ext cx="256032" cy="256032"/>
          </a:xfrm>
          <a:prstGeom prst="ellipse">
            <a:avLst/>
          </a:prstGeom>
          <a:solidFill>
            <a:schemeClr val="accent1">
              <a:alpha val="55000"/>
            </a:schemeClr>
          </a:solidFill>
          <a:ln w="12700">
            <a:solidFill>
              <a:schemeClr val="accent5">
                <a:alpha val="60000"/>
              </a:schemeClr>
            </a:solidFill>
            <a:prstDash val="solid"/>
          </a:ln>
        </p:spPr>
      </p:sp>
      <p:sp>
        <p:nvSpPr>
          <p:cNvPr id="14" name="graph-node-1"/>
          <p:cNvSpPr/>
          <p:nvPr/>
        </p:nvSpPr>
        <p:spPr>
          <a:xfrm>
            <a:off x="2249424" y="694944"/>
            <a:ext cx="256032" cy="256032"/>
          </a:xfrm>
          <a:prstGeom prst="ellipse">
            <a:avLst/>
          </a:prstGeom>
          <a:solidFill>
            <a:schemeClr val="accent1">
              <a:alpha val="55000"/>
            </a:schemeClr>
          </a:solidFill>
          <a:ln w="12700">
            <a:solidFill>
              <a:schemeClr val="accent5">
                <a:alpha val="60000"/>
              </a:schemeClr>
            </a:solidFill>
            <a:prstDash val="solid"/>
          </a:ln>
        </p:spPr>
      </p:sp>
      <p:sp>
        <p:nvSpPr>
          <p:cNvPr id="15" name="graph-node-2"/>
          <p:cNvSpPr/>
          <p:nvPr/>
        </p:nvSpPr>
        <p:spPr>
          <a:xfrm>
            <a:off x="3163824" y="1426464"/>
            <a:ext cx="256032" cy="256032"/>
          </a:xfrm>
          <a:prstGeom prst="ellipse">
            <a:avLst/>
          </a:prstGeom>
          <a:solidFill>
            <a:schemeClr val="accent1">
              <a:alpha val="55000"/>
            </a:schemeClr>
          </a:solidFill>
          <a:ln w="12700">
            <a:solidFill>
              <a:schemeClr val="accent5">
                <a:alpha val="60000"/>
              </a:schemeClr>
            </a:solidFill>
            <a:prstDash val="solid"/>
          </a:ln>
        </p:spPr>
      </p:sp>
      <p:sp>
        <p:nvSpPr>
          <p:cNvPr id="16" name="graph-node-3"/>
          <p:cNvSpPr/>
          <p:nvPr/>
        </p:nvSpPr>
        <p:spPr>
          <a:xfrm>
            <a:off x="1609344" y="2066544"/>
            <a:ext cx="256032" cy="256032"/>
          </a:xfrm>
          <a:prstGeom prst="ellipse">
            <a:avLst/>
          </a:prstGeom>
          <a:solidFill>
            <a:schemeClr val="accent1">
              <a:alpha val="55000"/>
            </a:schemeClr>
          </a:solidFill>
          <a:ln w="12700">
            <a:solidFill>
              <a:schemeClr val="accent5">
                <a:alpha val="60000"/>
              </a:schemeClr>
            </a:solidFill>
            <a:prstDash val="solid"/>
          </a:ln>
        </p:spPr>
      </p:sp>
      <p:sp>
        <p:nvSpPr>
          <p:cNvPr id="17" name="graph-node-4"/>
          <p:cNvSpPr/>
          <p:nvPr/>
        </p:nvSpPr>
        <p:spPr>
          <a:xfrm>
            <a:off x="694944" y="2523744"/>
            <a:ext cx="256032" cy="256032"/>
          </a:xfrm>
          <a:prstGeom prst="ellipse">
            <a:avLst/>
          </a:prstGeom>
          <a:solidFill>
            <a:schemeClr val="accent1">
              <a:alpha val="55000"/>
            </a:schemeClr>
          </a:solidFill>
          <a:ln w="12700">
            <a:solidFill>
              <a:schemeClr val="accent5">
                <a:alpha val="60000"/>
              </a:schemeClr>
            </a:solidFill>
            <a:prstDash val="solid"/>
          </a:ln>
        </p:spPr>
      </p:sp>
      <p:sp>
        <p:nvSpPr>
          <p:cNvPr id="18" name="graph-node-5"/>
          <p:cNvSpPr/>
          <p:nvPr/>
        </p:nvSpPr>
        <p:spPr>
          <a:xfrm>
            <a:off x="10479024" y="786384"/>
            <a:ext cx="256032" cy="256032"/>
          </a:xfrm>
          <a:prstGeom prst="ellipse">
            <a:avLst/>
          </a:prstGeom>
          <a:solidFill>
            <a:schemeClr val="accent1">
              <a:alpha val="55000"/>
            </a:schemeClr>
          </a:solidFill>
          <a:ln w="12700">
            <a:solidFill>
              <a:schemeClr val="accent5">
                <a:alpha val="60000"/>
              </a:schemeClr>
            </a:solidFill>
            <a:prstDash val="solid"/>
          </a:ln>
        </p:spPr>
      </p:sp>
      <p:sp>
        <p:nvSpPr>
          <p:cNvPr id="19" name="graph-node-6"/>
          <p:cNvSpPr/>
          <p:nvPr/>
        </p:nvSpPr>
        <p:spPr>
          <a:xfrm>
            <a:off x="11210544" y="1609344"/>
            <a:ext cx="256032" cy="256032"/>
          </a:xfrm>
          <a:prstGeom prst="ellipse">
            <a:avLst/>
          </a:prstGeom>
          <a:solidFill>
            <a:schemeClr val="accent1">
              <a:alpha val="55000"/>
            </a:schemeClr>
          </a:solidFill>
          <a:ln w="12700">
            <a:solidFill>
              <a:schemeClr val="accent5">
                <a:alpha val="60000"/>
              </a:schemeClr>
            </a:solidFill>
            <a:prstDash val="solid"/>
          </a:ln>
        </p:spPr>
      </p:sp>
      <p:sp>
        <p:nvSpPr>
          <p:cNvPr id="20" name="graph-node-7"/>
          <p:cNvSpPr/>
          <p:nvPr/>
        </p:nvSpPr>
        <p:spPr>
          <a:xfrm>
            <a:off x="9747504" y="1975104"/>
            <a:ext cx="256032" cy="256032"/>
          </a:xfrm>
          <a:prstGeom prst="ellipse">
            <a:avLst/>
          </a:prstGeom>
          <a:solidFill>
            <a:schemeClr val="accent1">
              <a:alpha val="55000"/>
            </a:schemeClr>
          </a:solidFill>
          <a:ln w="12700">
            <a:solidFill>
              <a:schemeClr val="accent5">
                <a:alpha val="60000"/>
              </a:schemeClr>
            </a:solidFill>
            <a:prstDash val="solid"/>
          </a:ln>
        </p:spPr>
      </p:sp>
      <p:sp>
        <p:nvSpPr>
          <p:cNvPr id="21" name="graph-node-8"/>
          <p:cNvSpPr/>
          <p:nvPr/>
        </p:nvSpPr>
        <p:spPr>
          <a:xfrm>
            <a:off x="10844784" y="2523744"/>
            <a:ext cx="256032" cy="256032"/>
          </a:xfrm>
          <a:prstGeom prst="ellipse">
            <a:avLst/>
          </a:prstGeom>
          <a:solidFill>
            <a:schemeClr val="accent1">
              <a:alpha val="55000"/>
            </a:schemeClr>
          </a:solidFill>
          <a:ln w="12700">
            <a:solidFill>
              <a:schemeClr val="accent5">
                <a:alpha val="60000"/>
              </a:schemeClr>
            </a:solidFill>
            <a:prstDash val="solid"/>
          </a:ln>
        </p:spPr>
      </p:sp>
      <p:sp>
        <p:nvSpPr>
          <p:cNvPr id="22" name="thank-you"/>
          <p:cNvSpPr txBox="1"/>
          <p:nvPr/>
        </p:nvSpPr>
        <p:spPr>
          <a:xfrm>
            <a:off x="557784" y="2034540"/>
            <a:ext cx="11274552" cy="1965960"/>
          </a:xfrm>
          <a:prstGeom prst="rect">
            <a:avLst/>
          </a:prstGeom>
          <a:noFill/>
          <a:ln/>
        </p:spPr>
        <p:txBody>
          <a:bodyPr wrap="square" lIns="0" tIns="0" rIns="0" bIns="0" rtlCol="0" anchor="ctr"/>
          <a:lstStyle/>
          <a:p>
            <a:pPr marL="0" indent="0" algn="ctr">
              <a:buNone/>
            </a:pPr>
            <a:r>
              <a:rPr lang="en-US" sz="6600" b="1" kern="0" spc="400" dirty="0">
                <a:solidFill>
                  <a:schemeClr val="bg1"/>
                </a:solidFill>
                <a:latin typeface="Cambria" pitchFamily="34" charset="0"/>
                <a:ea typeface="Cambria" pitchFamily="34" charset="-122"/>
                <a:cs typeface="Cambria" pitchFamily="34" charset="-120"/>
              </a:rPr>
              <a:t>THANK YOU</a:t>
            </a:r>
            <a:endParaRPr lang="en-US" sz="6600" dirty="0"/>
          </a:p>
        </p:txBody>
      </p:sp>
      <p:sp>
        <p:nvSpPr>
          <p:cNvPr id="23" name="Text 20"/>
          <p:cNvSpPr txBox="1"/>
          <p:nvPr/>
        </p:nvSpPr>
        <p:spPr>
          <a:xfrm>
            <a:off x="192024" y="3624086"/>
            <a:ext cx="11274552" cy="640080"/>
          </a:xfrm>
          <a:prstGeom prst="rect">
            <a:avLst/>
          </a:prstGeom>
          <a:noFill/>
          <a:ln/>
        </p:spPr>
        <p:txBody>
          <a:bodyPr wrap="square" lIns="0" tIns="0" rIns="0" bIns="0" rtlCol="0" anchor="ctr"/>
          <a:lstStyle/>
          <a:p>
            <a:pPr marL="0" indent="0" algn="ctr">
              <a:buNone/>
            </a:pPr>
            <a:endParaRPr lang="en-US" sz="3200" dirty="0"/>
          </a:p>
        </p:txBody>
      </p:sp>
      <p:sp>
        <p:nvSpPr>
          <p:cNvPr id="24" name="Text 21"/>
          <p:cNvSpPr txBox="1"/>
          <p:nvPr/>
        </p:nvSpPr>
        <p:spPr>
          <a:xfrm>
            <a:off x="557784" y="3785703"/>
            <a:ext cx="11274552" cy="411480"/>
          </a:xfrm>
          <a:prstGeom prst="rect">
            <a:avLst/>
          </a:prstGeom>
          <a:noFill/>
          <a:ln/>
        </p:spPr>
        <p:txBody>
          <a:bodyPr wrap="square" lIns="0" tIns="0" rIns="0" bIns="0" rtlCol="0" anchor="ctr"/>
          <a:lstStyle/>
          <a:p>
            <a:pPr marL="0" indent="0" algn="ctr">
              <a:buNone/>
            </a:pPr>
            <a:r>
              <a:rPr lang="en-US" sz="1800" dirty="0">
                <a:solidFill>
                  <a:schemeClr val="bg1"/>
                </a:solidFill>
              </a:rPr>
              <a:t>CA3 – Design and Analysis of Algorithms</a:t>
            </a:r>
            <a:endParaRPr lang="en-US" sz="1800" dirty="0"/>
          </a:p>
        </p:txBody>
      </p:sp>
      <p:sp>
        <p:nvSpPr>
          <p:cNvPr id="25" name="Text 22"/>
          <p:cNvSpPr txBox="1"/>
          <p:nvPr/>
        </p:nvSpPr>
        <p:spPr>
          <a:xfrm>
            <a:off x="449436" y="4329684"/>
            <a:ext cx="11274552" cy="411480"/>
          </a:xfrm>
          <a:prstGeom prst="rect">
            <a:avLst/>
          </a:prstGeom>
          <a:noFill/>
          <a:ln/>
        </p:spPr>
        <p:txBody>
          <a:bodyPr wrap="square" lIns="0" tIns="0" rIns="0" bIns="0" rtlCol="0" anchor="ctr"/>
          <a:lstStyle/>
          <a:p>
            <a:pPr marL="0" indent="0" algn="ctr">
              <a:buNone/>
            </a:pPr>
            <a:r>
              <a:rPr lang="en-US" sz="1800" dirty="0">
                <a:solidFill>
                  <a:schemeClr val="accent5"/>
                </a:solidFill>
              </a:rPr>
              <a:t>Presented by Nehal Buxy | Semester III | Section D</a:t>
            </a:r>
            <a:endParaRPr lang="en-US" sz="1800" dirty="0"/>
          </a:p>
        </p:txBody>
      </p:sp>
      <p:sp>
        <p:nvSpPr>
          <p:cNvPr id="2" name="Slide Number Placeholder 0"/>
          <p:cNvSpPr>
            <a:spLocks noGrp="1"/>
          </p:cNvSpPr>
          <p:nvPr>
            <p:ph type="sldNum" sz="quarter" idx="4294967295"/>
          </p:nvPr>
        </p:nvSpPr>
        <p:spPr>
          <a:xfrm>
            <a:off x="10972800" y="6400800"/>
            <a:ext cx="75895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A5E8F7"/>
                </a:solidFill>
              </a:defRPr>
            </a:lvl1pPr>
          </a:lstStyle>
          <a:p>
            <a:pPr algn="r"/>
            <a:fld id="{F7021451-1387-4CA6-816F-3879F97B5CBC}" type="slidenum">
              <a:rPr lang="en-US" b="0"/>
              <a:t>5</a:t>
            </a:fld>
            <a:endParaRPr lang="en-US"/>
          </a:p>
        </p:txBody>
      </p:sp>
    </p:spTree>
  </p:cSld>
  <p:clrMapOvr>
    <a:masterClrMapping/>
  </p:clrMapOvr>
</p:sld>
</file>

<file path=ppt/theme/theme1.xml><?xml version="1.0" encoding="utf-8"?>
<a:theme xmlns:a="http://schemas.openxmlformats.org/drawingml/2006/main" name="CS Navy Cyan">
  <a:themeElements>
    <a:clrScheme name="CS Navy Cyan">
      <a:dk1>
        <a:srgbClr val="0A1F44"/>
      </a:dk1>
      <a:lt1>
        <a:srgbClr val="FFFFFF"/>
      </a:lt1>
      <a:dk2>
        <a:srgbClr val="143A7B"/>
      </a:dk2>
      <a:lt2>
        <a:srgbClr val="EAF3FB"/>
      </a:lt2>
      <a:accent1>
        <a:srgbClr val="00B8D9"/>
      </a:accent1>
      <a:accent2>
        <a:srgbClr val="1E5AA8"/>
      </a:accent2>
      <a:accent3>
        <a:srgbClr val="F5A524"/>
      </a:accent3>
      <a:accent4>
        <a:srgbClr val="1F9D6B"/>
      </a:accent4>
      <a:accent5>
        <a:srgbClr val="A5E8F7"/>
      </a:accent5>
      <a:accent6>
        <a:srgbClr val="D64550"/>
      </a:accent6>
      <a:hlink>
        <a:srgbClr val="1E5AA8"/>
      </a:hlink>
      <a:folHlink>
        <a:srgbClr val="143A7B"/>
      </a:folHlink>
    </a:clrScheme>
    <a:fontScheme name="CS Navy Cya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756</Words>
  <Application>Microsoft Office PowerPoint</Application>
  <PresentationFormat>Widescreen</PresentationFormat>
  <Paragraphs>166</Paragraphs>
  <Slides>5</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Calibri</vt:lpstr>
      <vt:lpstr>Cambria</vt:lpstr>
      <vt:lpstr>Courier New</vt:lpstr>
      <vt:lpstr>CS Navy Cyan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CA3 – Merge Sort</dc:title>
  <dc:subject>Design and Analysis of Algorithms</dc:subject>
  <dc:creator>Nehal Buxy</dc:creator>
  <cp:lastModifiedBy>Nehal Buxy</cp:lastModifiedBy>
  <cp:revision>2</cp:revision>
  <dcterms:created xsi:type="dcterms:W3CDTF">2026-10-17T11:38:06Z</dcterms:created>
  <dcterms:modified xsi:type="dcterms:W3CDTF">2026-10-17T11:48:28Z</dcterms:modified>
</cp:coreProperties>
</file>